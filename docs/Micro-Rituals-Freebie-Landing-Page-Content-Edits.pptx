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0ED10E-9B83-4456-BF46-785A7F5199DF}" v="47" dt="2026-05-19T01:00:40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 Calinger" userId="d78e2b3d1245ea36" providerId="LiveId" clId="{2C723B53-4BC1-4A06-9621-4159CAF38B9E}"/>
    <pc:docChg chg="undo custSel addSld modSld">
      <pc:chgData name="Anne Calinger" userId="d78e2b3d1245ea36" providerId="LiveId" clId="{2C723B53-4BC1-4A06-9621-4159CAF38B9E}" dt="2026-05-19T01:02:20.892" v="1285" actId="20577"/>
      <pc:docMkLst>
        <pc:docMk/>
      </pc:docMkLst>
      <pc:sldChg chg="modSp mod">
        <pc:chgData name="Anne Calinger" userId="d78e2b3d1245ea36" providerId="LiveId" clId="{2C723B53-4BC1-4A06-9621-4159CAF38B9E}" dt="2026-05-19T01:02:20.892" v="1285" actId="20577"/>
        <pc:sldMkLst>
          <pc:docMk/>
          <pc:sldMk cId="1267504635" sldId="256"/>
        </pc:sldMkLst>
        <pc:spChg chg="mod">
          <ac:chgData name="Anne Calinger" userId="d78e2b3d1245ea36" providerId="LiveId" clId="{2C723B53-4BC1-4A06-9621-4159CAF38B9E}" dt="2026-05-19T01:02:20.892" v="1285" actId="20577"/>
          <ac:spMkLst>
            <pc:docMk/>
            <pc:sldMk cId="1267504635" sldId="256"/>
            <ac:spMk id="2" creationId="{32A731EC-6F02-319D-CB9D-CFACB2D340C3}"/>
          </ac:spMkLst>
        </pc:spChg>
      </pc:sldChg>
      <pc:sldChg chg="addSp delSp modSp mod">
        <pc:chgData name="Anne Calinger" userId="d78e2b3d1245ea36" providerId="LiveId" clId="{2C723B53-4BC1-4A06-9621-4159CAF38B9E}" dt="2026-05-19T01:01:04.707" v="1257" actId="11529"/>
        <pc:sldMkLst>
          <pc:docMk/>
          <pc:sldMk cId="2358898917" sldId="257"/>
        </pc:sldMkLst>
        <pc:spChg chg="del">
          <ac:chgData name="Anne Calinger" userId="d78e2b3d1245ea36" providerId="LiveId" clId="{2C723B53-4BC1-4A06-9621-4159CAF38B9E}" dt="2026-05-19T01:00:50.207" v="1255" actId="478"/>
          <ac:spMkLst>
            <pc:docMk/>
            <pc:sldMk cId="2358898917" sldId="257"/>
            <ac:spMk id="2" creationId="{383DB7E9-0878-6E26-EE13-779EDAD6E47E}"/>
          </ac:spMkLst>
        </pc:spChg>
        <pc:spChg chg="add mod">
          <ac:chgData name="Anne Calinger" userId="d78e2b3d1245ea36" providerId="LiveId" clId="{2C723B53-4BC1-4A06-9621-4159CAF38B9E}" dt="2026-05-19T01:00:55.252" v="1256" actId="1076"/>
          <ac:spMkLst>
            <pc:docMk/>
            <pc:sldMk cId="2358898917" sldId="257"/>
            <ac:spMk id="18" creationId="{26DA48F7-8E63-7BDC-9146-E7FEDF4CD7B5}"/>
          </ac:spMkLst>
        </pc:spChg>
        <pc:cxnChg chg="add">
          <ac:chgData name="Anne Calinger" userId="d78e2b3d1245ea36" providerId="LiveId" clId="{2C723B53-4BC1-4A06-9621-4159CAF38B9E}" dt="2026-05-19T01:01:04.707" v="1257" actId="11529"/>
          <ac:cxnSpMkLst>
            <pc:docMk/>
            <pc:sldMk cId="2358898917" sldId="257"/>
            <ac:cxnSpMk id="20" creationId="{F5A58161-9D49-2C13-7E30-26C69EC1087E}"/>
          </ac:cxnSpMkLst>
        </pc:cxnChg>
      </pc:sldChg>
      <pc:sldChg chg="addSp delSp modSp mod">
        <pc:chgData name="Anne Calinger" userId="d78e2b3d1245ea36" providerId="LiveId" clId="{2C723B53-4BC1-4A06-9621-4159CAF38B9E}" dt="2026-05-19T00:08:23.587" v="135" actId="11529"/>
        <pc:sldMkLst>
          <pc:docMk/>
          <pc:sldMk cId="3900604043" sldId="258"/>
        </pc:sldMkLst>
        <pc:spChg chg="del">
          <ac:chgData name="Anne Calinger" userId="d78e2b3d1245ea36" providerId="LiveId" clId="{2C723B53-4BC1-4A06-9621-4159CAF38B9E}" dt="2026-05-18T23:59:09.800" v="17" actId="478"/>
          <ac:spMkLst>
            <pc:docMk/>
            <pc:sldMk cId="3900604043" sldId="258"/>
            <ac:spMk id="2" creationId="{8E7058F5-7EE6-73E7-DD83-8F65CC8A90D2}"/>
          </ac:spMkLst>
        </pc:spChg>
        <pc:spChg chg="add mod">
          <ac:chgData name="Anne Calinger" userId="d78e2b3d1245ea36" providerId="LiveId" clId="{2C723B53-4BC1-4A06-9621-4159CAF38B9E}" dt="2026-05-19T00:05:26.056" v="128" actId="20577"/>
          <ac:spMkLst>
            <pc:docMk/>
            <pc:sldMk cId="3900604043" sldId="258"/>
            <ac:spMk id="6" creationId="{53039B06-061D-9EA7-1410-2230409A1F0B}"/>
          </ac:spMkLst>
        </pc:spChg>
        <pc:spChg chg="add del mod">
          <ac:chgData name="Anne Calinger" userId="d78e2b3d1245ea36" providerId="LiveId" clId="{2C723B53-4BC1-4A06-9621-4159CAF38B9E}" dt="2026-05-19T00:00:01.113" v="29" actId="478"/>
          <ac:spMkLst>
            <pc:docMk/>
            <pc:sldMk cId="3900604043" sldId="258"/>
            <ac:spMk id="7" creationId="{FFAB0611-BB58-3AEA-1F6C-A8CBC0B649A7}"/>
          </ac:spMkLst>
        </pc:spChg>
        <pc:spChg chg="add del">
          <ac:chgData name="Anne Calinger" userId="d78e2b3d1245ea36" providerId="LiveId" clId="{2C723B53-4BC1-4A06-9621-4159CAF38B9E}" dt="2026-05-19T00:00:14.447" v="32" actId="22"/>
          <ac:spMkLst>
            <pc:docMk/>
            <pc:sldMk cId="3900604043" sldId="258"/>
            <ac:spMk id="9" creationId="{D2B8E99F-EC8E-345C-FBCA-00F744201B8E}"/>
          </ac:spMkLst>
        </pc:spChg>
        <pc:spChg chg="add mod">
          <ac:chgData name="Anne Calinger" userId="d78e2b3d1245ea36" providerId="LiveId" clId="{2C723B53-4BC1-4A06-9621-4159CAF38B9E}" dt="2026-05-19T00:02:51.746" v="64" actId="1076"/>
          <ac:spMkLst>
            <pc:docMk/>
            <pc:sldMk cId="3900604043" sldId="258"/>
            <ac:spMk id="10" creationId="{522B9AB5-8B66-8930-1804-0F64342AAFE2}"/>
          </ac:spMkLst>
        </pc:spChg>
        <pc:spChg chg="add mod">
          <ac:chgData name="Anne Calinger" userId="d78e2b3d1245ea36" providerId="LiveId" clId="{2C723B53-4BC1-4A06-9621-4159CAF38B9E}" dt="2026-05-19T00:03:13.918" v="115" actId="14100"/>
          <ac:spMkLst>
            <pc:docMk/>
            <pc:sldMk cId="3900604043" sldId="258"/>
            <ac:spMk id="11" creationId="{84999026-F092-57E9-1BAA-E729F0EA482D}"/>
          </ac:spMkLst>
        </pc:spChg>
        <pc:spChg chg="add mod">
          <ac:chgData name="Anne Calinger" userId="d78e2b3d1245ea36" providerId="LiveId" clId="{2C723B53-4BC1-4A06-9621-4159CAF38B9E}" dt="2026-05-19T00:07:44.208" v="134" actId="1076"/>
          <ac:spMkLst>
            <pc:docMk/>
            <pc:sldMk cId="3900604043" sldId="258"/>
            <ac:spMk id="21" creationId="{42BC6930-9253-D396-5D23-C2D783BCB2E2}"/>
          </ac:spMkLst>
        </pc:spChg>
        <pc:picChg chg="mod">
          <ac:chgData name="Anne Calinger" userId="d78e2b3d1245ea36" providerId="LiveId" clId="{2C723B53-4BC1-4A06-9621-4159CAF38B9E}" dt="2026-05-19T00:03:11.661" v="114" actId="1076"/>
          <ac:picMkLst>
            <pc:docMk/>
            <pc:sldMk cId="3900604043" sldId="258"/>
            <ac:picMk id="5" creationId="{ACA265F3-9BD9-DEFF-2BCA-AEC7843F9D02}"/>
          </ac:picMkLst>
        </pc:picChg>
        <pc:inkChg chg="add del">
          <ac:chgData name="Anne Calinger" userId="d78e2b3d1245ea36" providerId="LiveId" clId="{2C723B53-4BC1-4A06-9621-4159CAF38B9E}" dt="2026-05-19T00:04:05.030" v="118" actId="9405"/>
          <ac:inkMkLst>
            <pc:docMk/>
            <pc:sldMk cId="3900604043" sldId="258"/>
            <ac:inkMk id="14" creationId="{DBD2AA68-B128-C9CF-7E22-A8513F55D74C}"/>
          </ac:inkMkLst>
        </pc:inkChg>
        <pc:inkChg chg="add">
          <ac:chgData name="Anne Calinger" userId="d78e2b3d1245ea36" providerId="LiveId" clId="{2C723B53-4BC1-4A06-9621-4159CAF38B9E}" dt="2026-05-19T00:04:19.002" v="119" actId="9405"/>
          <ac:inkMkLst>
            <pc:docMk/>
            <pc:sldMk cId="3900604043" sldId="258"/>
            <ac:inkMk id="15" creationId="{439D6A73-55C8-525D-0F6C-63AE01C3DE06}"/>
          </ac:inkMkLst>
        </pc:inkChg>
        <pc:inkChg chg="add">
          <ac:chgData name="Anne Calinger" userId="d78e2b3d1245ea36" providerId="LiveId" clId="{2C723B53-4BC1-4A06-9621-4159CAF38B9E}" dt="2026-05-19T00:04:56.558" v="121" actId="9405"/>
          <ac:inkMkLst>
            <pc:docMk/>
            <pc:sldMk cId="3900604043" sldId="258"/>
            <ac:inkMk id="18" creationId="{FB8AEEF7-0D4C-EB0C-9FE6-754F7EB7ED35}"/>
          </ac:inkMkLst>
        </pc:inkChg>
        <pc:cxnChg chg="add">
          <ac:chgData name="Anne Calinger" userId="d78e2b3d1245ea36" providerId="LiveId" clId="{2C723B53-4BC1-4A06-9621-4159CAF38B9E}" dt="2026-05-19T00:03:22.639" v="116" actId="11529"/>
          <ac:cxnSpMkLst>
            <pc:docMk/>
            <pc:sldMk cId="3900604043" sldId="258"/>
            <ac:cxnSpMk id="13" creationId="{D7C027A7-0256-E109-91C1-E2C74808C8E6}"/>
          </ac:cxnSpMkLst>
        </pc:cxnChg>
        <pc:cxnChg chg="add">
          <ac:chgData name="Anne Calinger" userId="d78e2b3d1245ea36" providerId="LiveId" clId="{2C723B53-4BC1-4A06-9621-4159CAF38B9E}" dt="2026-05-19T00:04:35.743" v="120" actId="11529"/>
          <ac:cxnSpMkLst>
            <pc:docMk/>
            <pc:sldMk cId="3900604043" sldId="258"/>
            <ac:cxnSpMk id="17" creationId="{DD743B3E-9D7F-09EB-F329-754BE750C2DC}"/>
          </ac:cxnSpMkLst>
        </pc:cxnChg>
        <pc:cxnChg chg="add">
          <ac:chgData name="Anne Calinger" userId="d78e2b3d1245ea36" providerId="LiveId" clId="{2C723B53-4BC1-4A06-9621-4159CAF38B9E}" dt="2026-05-19T00:05:10.967" v="122" actId="11529"/>
          <ac:cxnSpMkLst>
            <pc:docMk/>
            <pc:sldMk cId="3900604043" sldId="258"/>
            <ac:cxnSpMk id="20" creationId="{0B678E0E-086F-8330-B78F-07DCDE8DB4BE}"/>
          </ac:cxnSpMkLst>
        </pc:cxnChg>
        <pc:cxnChg chg="add">
          <ac:chgData name="Anne Calinger" userId="d78e2b3d1245ea36" providerId="LiveId" clId="{2C723B53-4BC1-4A06-9621-4159CAF38B9E}" dt="2026-05-19T00:08:23.587" v="135" actId="11529"/>
          <ac:cxnSpMkLst>
            <pc:docMk/>
            <pc:sldMk cId="3900604043" sldId="258"/>
            <ac:cxnSpMk id="23" creationId="{A8D05260-1F6A-6F32-D8D7-AFECDBC9B19B}"/>
          </ac:cxnSpMkLst>
        </pc:cxnChg>
      </pc:sldChg>
      <pc:sldChg chg="addSp delSp modSp mod">
        <pc:chgData name="Anne Calinger" userId="d78e2b3d1245ea36" providerId="LiveId" clId="{2C723B53-4BC1-4A06-9621-4159CAF38B9E}" dt="2026-05-19T00:57:25.064" v="1193" actId="11529"/>
        <pc:sldMkLst>
          <pc:docMk/>
          <pc:sldMk cId="1183565641" sldId="260"/>
        </pc:sldMkLst>
        <pc:spChg chg="del">
          <ac:chgData name="Anne Calinger" userId="d78e2b3d1245ea36" providerId="LiveId" clId="{2C723B53-4BC1-4A06-9621-4159CAF38B9E}" dt="2026-05-19T00:26:57.891" v="334" actId="478"/>
          <ac:spMkLst>
            <pc:docMk/>
            <pc:sldMk cId="1183565641" sldId="260"/>
            <ac:spMk id="2" creationId="{A706DCF4-739E-273D-06B1-C4AA5D627DF5}"/>
          </ac:spMkLst>
        </pc:spChg>
        <pc:spChg chg="add mod">
          <ac:chgData name="Anne Calinger" userId="d78e2b3d1245ea36" providerId="LiveId" clId="{2C723B53-4BC1-4A06-9621-4159CAF38B9E}" dt="2026-05-19T00:29:21.251" v="386" actId="20577"/>
          <ac:spMkLst>
            <pc:docMk/>
            <pc:sldMk cId="1183565641" sldId="260"/>
            <ac:spMk id="6" creationId="{1D163044-62BD-9F35-106C-9D564F1AC52B}"/>
          </ac:spMkLst>
        </pc:spChg>
        <pc:spChg chg="add mod">
          <ac:chgData name="Anne Calinger" userId="d78e2b3d1245ea36" providerId="LiveId" clId="{2C723B53-4BC1-4A06-9621-4159CAF38B9E}" dt="2026-05-19T00:55:39.201" v="1132" actId="14100"/>
          <ac:spMkLst>
            <pc:docMk/>
            <pc:sldMk cId="1183565641" sldId="260"/>
            <ac:spMk id="9" creationId="{B559C9E6-8CA9-77DD-711E-49E0ECBF6642}"/>
          </ac:spMkLst>
        </pc:spChg>
        <pc:spChg chg="add mod">
          <ac:chgData name="Anne Calinger" userId="d78e2b3d1245ea36" providerId="LiveId" clId="{2C723B53-4BC1-4A06-9621-4159CAF38B9E}" dt="2026-05-19T00:55:35.720" v="1131" actId="1076"/>
          <ac:spMkLst>
            <pc:docMk/>
            <pc:sldMk cId="1183565641" sldId="260"/>
            <ac:spMk id="10" creationId="{EE7644C5-5195-B026-D870-CF99EA92E6C4}"/>
          </ac:spMkLst>
        </pc:spChg>
        <pc:spChg chg="add del mod">
          <ac:chgData name="Anne Calinger" userId="d78e2b3d1245ea36" providerId="LiveId" clId="{2C723B53-4BC1-4A06-9621-4159CAF38B9E}" dt="2026-05-19T00:49:20.639" v="923" actId="478"/>
          <ac:spMkLst>
            <pc:docMk/>
            <pc:sldMk cId="1183565641" sldId="260"/>
            <ac:spMk id="11" creationId="{D0598AB5-E439-16A6-DF4E-88099168DCDC}"/>
          </ac:spMkLst>
        </pc:spChg>
        <pc:spChg chg="add mod">
          <ac:chgData name="Anne Calinger" userId="d78e2b3d1245ea36" providerId="LiveId" clId="{2C723B53-4BC1-4A06-9621-4159CAF38B9E}" dt="2026-05-19T00:55:46.079" v="1135" actId="1076"/>
          <ac:spMkLst>
            <pc:docMk/>
            <pc:sldMk cId="1183565641" sldId="260"/>
            <ac:spMk id="12" creationId="{C6F673A2-89E0-F719-7814-900575B0BDD3}"/>
          </ac:spMkLst>
        </pc:spChg>
        <pc:spChg chg="add mod">
          <ac:chgData name="Anne Calinger" userId="d78e2b3d1245ea36" providerId="LiveId" clId="{2C723B53-4BC1-4A06-9621-4159CAF38B9E}" dt="2026-05-19T00:55:49.661" v="1136" actId="14100"/>
          <ac:spMkLst>
            <pc:docMk/>
            <pc:sldMk cId="1183565641" sldId="260"/>
            <ac:spMk id="13" creationId="{CD91F5FF-E208-D4F2-31A5-747EEBA95048}"/>
          </ac:spMkLst>
        </pc:spChg>
        <pc:spChg chg="add">
          <ac:chgData name="Anne Calinger" userId="d78e2b3d1245ea36" providerId="LiveId" clId="{2C723B53-4BC1-4A06-9621-4159CAF38B9E}" dt="2026-05-19T00:56:11.054" v="1137" actId="11529"/>
          <ac:spMkLst>
            <pc:docMk/>
            <pc:sldMk cId="1183565641" sldId="260"/>
            <ac:spMk id="14" creationId="{916272F8-D141-D766-5B0F-9781D5D52C7F}"/>
          </ac:spMkLst>
        </pc:spChg>
        <pc:spChg chg="add mod">
          <ac:chgData name="Anne Calinger" userId="d78e2b3d1245ea36" providerId="LiveId" clId="{2C723B53-4BC1-4A06-9621-4159CAF38B9E}" dt="2026-05-19T00:56:44.451" v="1189" actId="20577"/>
          <ac:spMkLst>
            <pc:docMk/>
            <pc:sldMk cId="1183565641" sldId="260"/>
            <ac:spMk id="15" creationId="{A8D3D15C-F635-3AEF-C352-7C4101C19BA8}"/>
          </ac:spMkLst>
        </pc:spChg>
        <pc:picChg chg="mod">
          <ac:chgData name="Anne Calinger" userId="d78e2b3d1245ea36" providerId="LiveId" clId="{2C723B53-4BC1-4A06-9621-4159CAF38B9E}" dt="2026-05-19T00:55:41.256" v="1133" actId="1076"/>
          <ac:picMkLst>
            <pc:docMk/>
            <pc:sldMk cId="1183565641" sldId="260"/>
            <ac:picMk id="5" creationId="{38FCC78D-03DF-EFB5-E3E0-483304529BD1}"/>
          </ac:picMkLst>
        </pc:picChg>
        <pc:cxnChg chg="add">
          <ac:chgData name="Anne Calinger" userId="d78e2b3d1245ea36" providerId="LiveId" clId="{2C723B53-4BC1-4A06-9621-4159CAF38B9E}" dt="2026-05-19T00:27:11.056" v="335" actId="11529"/>
          <ac:cxnSpMkLst>
            <pc:docMk/>
            <pc:sldMk cId="1183565641" sldId="260"/>
            <ac:cxnSpMk id="8" creationId="{D849B959-68DE-A254-AA51-D8AE5D7F7742}"/>
          </ac:cxnSpMkLst>
        </pc:cxnChg>
        <pc:cxnChg chg="add">
          <ac:chgData name="Anne Calinger" userId="d78e2b3d1245ea36" providerId="LiveId" clId="{2C723B53-4BC1-4A06-9621-4159CAF38B9E}" dt="2026-05-19T00:57:03.702" v="1190" actId="11529"/>
          <ac:cxnSpMkLst>
            <pc:docMk/>
            <pc:sldMk cId="1183565641" sldId="260"/>
            <ac:cxnSpMk id="17" creationId="{E2D3879B-328E-9DAA-53B3-62A67C9E0EDF}"/>
          </ac:cxnSpMkLst>
        </pc:cxnChg>
        <pc:cxnChg chg="add">
          <ac:chgData name="Anne Calinger" userId="d78e2b3d1245ea36" providerId="LiveId" clId="{2C723B53-4BC1-4A06-9621-4159CAF38B9E}" dt="2026-05-19T00:57:09.932" v="1191" actId="11529"/>
          <ac:cxnSpMkLst>
            <pc:docMk/>
            <pc:sldMk cId="1183565641" sldId="260"/>
            <ac:cxnSpMk id="19" creationId="{9E10E783-F945-7E96-F43B-3D8ED5ECE99C}"/>
          </ac:cxnSpMkLst>
        </pc:cxnChg>
        <pc:cxnChg chg="add">
          <ac:chgData name="Anne Calinger" userId="d78e2b3d1245ea36" providerId="LiveId" clId="{2C723B53-4BC1-4A06-9621-4159CAF38B9E}" dt="2026-05-19T00:57:17.247" v="1192" actId="11529"/>
          <ac:cxnSpMkLst>
            <pc:docMk/>
            <pc:sldMk cId="1183565641" sldId="260"/>
            <ac:cxnSpMk id="21" creationId="{41215766-72A8-C8AA-118B-7AD1EBA6BEF8}"/>
          </ac:cxnSpMkLst>
        </pc:cxnChg>
        <pc:cxnChg chg="add">
          <ac:chgData name="Anne Calinger" userId="d78e2b3d1245ea36" providerId="LiveId" clId="{2C723B53-4BC1-4A06-9621-4159CAF38B9E}" dt="2026-05-19T00:57:25.064" v="1193" actId="11529"/>
          <ac:cxnSpMkLst>
            <pc:docMk/>
            <pc:sldMk cId="1183565641" sldId="260"/>
            <ac:cxnSpMk id="23" creationId="{0439FF41-301B-EAEB-9C27-F1E55DE09967}"/>
          </ac:cxnSpMkLst>
        </pc:cxnChg>
      </pc:sldChg>
      <pc:sldChg chg="addSp modSp mod">
        <pc:chgData name="Anne Calinger" userId="d78e2b3d1245ea36" providerId="LiveId" clId="{2C723B53-4BC1-4A06-9621-4159CAF38B9E}" dt="2026-05-19T00:11:49.850" v="190" actId="1076"/>
        <pc:sldMkLst>
          <pc:docMk/>
          <pc:sldMk cId="161458597" sldId="261"/>
        </pc:sldMkLst>
        <pc:spChg chg="add mod">
          <ac:chgData name="Anne Calinger" userId="d78e2b3d1245ea36" providerId="LiveId" clId="{2C723B53-4BC1-4A06-9621-4159CAF38B9E}" dt="2026-05-19T00:11:49.850" v="190" actId="1076"/>
          <ac:spMkLst>
            <pc:docMk/>
            <pc:sldMk cId="161458597" sldId="261"/>
            <ac:spMk id="6" creationId="{688F8942-0758-3ABE-780A-4B3E21098779}"/>
          </ac:spMkLst>
        </pc:spChg>
      </pc:sldChg>
      <pc:sldChg chg="addSp delSp modSp mod">
        <pc:chgData name="Anne Calinger" userId="d78e2b3d1245ea36" providerId="LiveId" clId="{2C723B53-4BC1-4A06-9621-4159CAF38B9E}" dt="2026-05-19T00:59:30.757" v="1252" actId="11529"/>
        <pc:sldMkLst>
          <pc:docMk/>
          <pc:sldMk cId="3258034" sldId="262"/>
        </pc:sldMkLst>
        <pc:spChg chg="add del mod">
          <ac:chgData name="Anne Calinger" userId="d78e2b3d1245ea36" providerId="LiveId" clId="{2C723B53-4BC1-4A06-9621-4159CAF38B9E}" dt="2026-05-19T00:15:39.057" v="194" actId="478"/>
          <ac:spMkLst>
            <pc:docMk/>
            <pc:sldMk cId="3258034" sldId="262"/>
            <ac:spMk id="6" creationId="{C1244245-E45F-41F9-66AF-EAD678CE5038}"/>
          </ac:spMkLst>
        </pc:spChg>
        <pc:spChg chg="add mod">
          <ac:chgData name="Anne Calinger" userId="d78e2b3d1245ea36" providerId="LiveId" clId="{2C723B53-4BC1-4A06-9621-4159CAF38B9E}" dt="2026-05-19T00:59:18.181" v="1251" actId="20577"/>
          <ac:spMkLst>
            <pc:docMk/>
            <pc:sldMk cId="3258034" sldId="262"/>
            <ac:spMk id="7" creationId="{47B56CF4-EB64-F3FF-9501-F39848A6320D}"/>
          </ac:spMkLst>
        </pc:spChg>
        <pc:cxnChg chg="add">
          <ac:chgData name="Anne Calinger" userId="d78e2b3d1245ea36" providerId="LiveId" clId="{2C723B53-4BC1-4A06-9621-4159CAF38B9E}" dt="2026-05-19T00:59:30.757" v="1252" actId="11529"/>
          <ac:cxnSpMkLst>
            <pc:docMk/>
            <pc:sldMk cId="3258034" sldId="262"/>
            <ac:cxnSpMk id="9" creationId="{92E0C265-56AE-4288-259F-F7AB5204E001}"/>
          </ac:cxnSpMkLst>
        </pc:cxnChg>
      </pc:sldChg>
      <pc:sldChg chg="modSp new mod">
        <pc:chgData name="Anne Calinger" userId="d78e2b3d1245ea36" providerId="LiveId" clId="{2C723B53-4BC1-4A06-9621-4159CAF38B9E}" dt="2026-05-19T00:57:45.092" v="1195" actId="1076"/>
        <pc:sldMkLst>
          <pc:docMk/>
          <pc:sldMk cId="3338108319" sldId="263"/>
        </pc:sldMkLst>
        <pc:spChg chg="mod">
          <ac:chgData name="Anne Calinger" userId="d78e2b3d1245ea36" providerId="LiveId" clId="{2C723B53-4BC1-4A06-9621-4159CAF38B9E}" dt="2026-05-19T00:57:40.543" v="1194" actId="13926"/>
          <ac:spMkLst>
            <pc:docMk/>
            <pc:sldMk cId="3338108319" sldId="263"/>
            <ac:spMk id="2" creationId="{01FDA767-C24E-71E7-6DBC-DAC2B44511BE}"/>
          </ac:spMkLst>
        </pc:spChg>
        <pc:spChg chg="mod">
          <ac:chgData name="Anne Calinger" userId="d78e2b3d1245ea36" providerId="LiveId" clId="{2C723B53-4BC1-4A06-9621-4159CAF38B9E}" dt="2026-05-19T00:57:45.092" v="1195" actId="1076"/>
          <ac:spMkLst>
            <pc:docMk/>
            <pc:sldMk cId="3338108319" sldId="263"/>
            <ac:spMk id="3" creationId="{B851C44A-DD4F-8588-3C2E-9665C92AE31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0:04: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24575,'2'1'0,"0"0"0,-1 0 0,1-1 0,-1 1 0,1 0 0,-1 0 0,0 0 0,1 1 0,-1-1 0,0 0 0,1 0 0,1 3 0,3 3 0,34 32 0,-1 2 0,40 55 0,6 29 0,70 137 0,-112-184 0,38 70 0,40 96 0,-109-218 0,0 1 0,-1 0 0,-2 0 0,10 51 0,-16-56 0,1-1 0,1 0 0,1 0 0,0 0 0,17 34 0,-19-46 0,11 16 0,-2 1 0,-1 0 0,11 39 0,6 23 0,6 25 0,-25-54 0,-7-39 0,0 1 0,11 32 0,75 212 0,-82-242 0,-1 0 0,-1 1 0,-1-1 0,-1 1 0,0 45 0,-6 656 0,3-658 0,-1-42 0,-2 0 0,-8 39 0,-2 16 0,10-51 0,-14 114 0,8-106 0,-1 0 0,-25 62 0,-53 79 0,12-28 0,63-124 0,-2 0 0,-1 0 0,-27 31 0,30-40 0,-17 28 0,1 1 0,3 2 0,-21 53 0,37-78 0,3-4-237,0 0 0,1 1 0,2 0-1,-3 22 1,6-39 58,-1 11-6647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0:04:56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24575,'157'293'-27,"-98"-191"-483,8 15-1436,95 181 1475,-141-252 795,-3 1 0,17 68 1,9 100 1656,-26-134-1981,2 12 0,15 166 0,-18-114 0,9 47 0,-5-112 0,1 1 0,8 137 0,-24-159 0,4 103 0,-11 873 0,-1-999 0,-2 0 0,-1-1 0,-17 59 0,10-49 0,0-5 0,-1-1 0,-3-1 0,-21 39 0,10-21 0,7-15 0,9-21 0,1 1 0,1 0 0,1 0 0,-10 42 0,13-36 0,-1 0 0,-2-1 0,-1 0 0,-1 0 0,-1-1 0,-1-1 0,-17 26 0,14-25 0,1 1 0,-20 50 0,29-65 0,0 0 0,-1 0 0,-1-1 0,0 0 0,-15 18 0,13-18 0,1 1 0,-1 1 0,2-1 0,-8 16 0,-20 39 0,1-3 0,4-2 0,10-20 0,-28 76 0,44-103 0,0 1 0,-2-1 0,0-1 0,0 1 0,-2-1 0,-11 17 0,5-10-1365,0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050E-71BF-521F-13FD-FE607F259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E3138-80F7-58CD-6F87-9ACCDF523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FB190-4EDB-3B59-1517-0F6FB93A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CD239-615E-BA5F-4808-B1A3FB24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06B62-8A49-15A2-75E5-8FE6C997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1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531D-5857-408B-2B19-E5B931EFD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9613F-2DCB-33D5-A1A3-445A6C035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ADD63-0BF2-3A23-F60A-EF46A2E58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5F4A0-A362-AD4A-6871-0614832D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2D2F6-FB35-3D43-5847-15CA48C8F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2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69BB-1E94-A7FC-0038-B4AACA1DA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D66F-8D9A-6C8F-9B97-500456428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50E01-35F1-103A-DA79-2056CE7A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3AD0A-D1A0-BFE2-E12E-D597A63A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0D19E-9DB6-29BC-7BA6-DBAD9928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8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9A4F-5D5D-5867-F799-BBA510DE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A9CB-B4DC-59E4-6FE6-61A29EB15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452E7-4DC5-C5FC-487E-631A13B07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69421-1556-5A80-7855-5B08A4BC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976B2-1119-CC03-4543-9B0548EB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6805E-BEBF-F867-2D4B-6DE38F83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5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CAD9A-04AB-992B-5EFB-73658635E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B516D-CB48-96AA-ECDE-75A67359F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E6388-AC03-DE95-7096-812AC15D9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AEFD1-ADF1-A1AE-A650-7A1F66510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39AD97-5B2B-66CF-44CF-CD1FB7A84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6017A-62DE-A360-4F5C-3F258FB4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E1367-C73A-5E9E-5A99-2DC884F7A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46923B-05BE-942D-7CAD-61CE3D48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8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5F5D5-8B69-F1D8-5E6B-37DAFC22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CB5EE-5085-7EC3-7AAC-16F9208EE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B33752-D8AF-D44F-7CD0-050A6E270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22C66-6B15-6053-507B-E824A153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61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A8773-3461-EF78-01DF-857FDE39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B5BE10-8739-E4E1-FB50-FD5E6A8F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5B33-31A5-C8C5-8EF3-ED51AA8B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6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DE70A-06A8-19B6-E736-883B4548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4C9B-850B-A807-3095-D2DA1BF16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ADC61-9E1B-EDDF-22F8-5D6F591CD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A21A2-4499-0C0B-CC0C-00EF3123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1EC6D-524D-A673-263E-39C67A4F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88CD4-E996-AD7F-7E48-BB5897E4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9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3870-31DB-4770-8440-61C3185A9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04EB85-C448-E761-35FA-36858CAA49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9F9CD-1518-9D3B-1836-9C7539AE3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A9A72-895C-42A0-92D1-172E2BA5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197D9-0F96-335D-3AD2-A4A84103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67BFA-6736-2692-72E6-C23CD9CBD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8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CCFA-7129-D8A1-66EA-7C3EE96B3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A0AB5-8FC9-3D51-10AB-FB473BF6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CB08B-C2D6-9A35-2253-475C87158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68D31-D0E8-EA92-2852-752B830B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9CE01-5586-D04E-7078-9D6D0C877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5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79E27-B7FD-152E-88B3-E16C14138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49F0A-B7B9-300B-6B0C-9413C6204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0429D-8DF7-0B5C-7CA1-B3D76EE55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45BE9-2333-7113-BB9E-372360172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AB57C-99B4-54B7-33CA-E39CE8C2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2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4634A-D993-0161-E9B8-DF8E9A97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11BD7-75EC-2335-72F4-6F23ADBEC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11D85-6886-B15D-A9E0-51A9CFAD1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25F53-B791-4168-95D5-926C8D0A3A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60D0C-25B7-3DEE-2CB4-952269A0C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9FCA9-35E2-AD4F-B5F3-5247DB8FB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83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31EC-6F02-319D-CB9D-CFACB2D34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 Rituals Freebie</a:t>
            </a:r>
            <a:br>
              <a:rPr lang="en-US" dirty="0"/>
            </a:br>
            <a:r>
              <a:rPr lang="en-US" dirty="0"/>
              <a:t>Landing 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523D1-2E34-0FAE-447F-54A16EE983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50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28E411-9B08-0796-D8CA-9961880B10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660"/>
          <a:stretch>
            <a:fillRect/>
          </a:stretch>
        </p:blipFill>
        <p:spPr>
          <a:xfrm>
            <a:off x="598098" y="2046324"/>
            <a:ext cx="8407879" cy="3468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2A02C8-8381-5707-FD1E-F09E6F7A20BE}"/>
              </a:ext>
            </a:extLst>
          </p:cNvPr>
          <p:cNvSpPr txBox="1"/>
          <p:nvPr/>
        </p:nvSpPr>
        <p:spPr>
          <a:xfrm>
            <a:off x="9253267" y="2463021"/>
            <a:ext cx="1886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 MICRO RITUALS</a:t>
            </a:r>
          </a:p>
          <a:p>
            <a:pPr algn="ctr"/>
            <a:r>
              <a:rPr lang="en-US" dirty="0"/>
              <a:t>TO COME BACK</a:t>
            </a:r>
          </a:p>
          <a:p>
            <a:pPr algn="ctr"/>
            <a:r>
              <a:rPr lang="en-US" dirty="0"/>
              <a:t>TO YOURSELF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1343B-3AA9-4F61-16F2-B010B45F3FC6}"/>
              </a:ext>
            </a:extLst>
          </p:cNvPr>
          <p:cNvSpPr txBox="1"/>
          <p:nvPr/>
        </p:nvSpPr>
        <p:spPr>
          <a:xfrm>
            <a:off x="9092241" y="3934080"/>
            <a:ext cx="3370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rituals for everyday life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5C9EF8-35CE-0731-14BF-983BC5758906}"/>
              </a:ext>
            </a:extLst>
          </p:cNvPr>
          <p:cNvCxnSpPr/>
          <p:nvPr/>
        </p:nvCxnSpPr>
        <p:spPr>
          <a:xfrm flipH="1">
            <a:off x="6170762" y="2950234"/>
            <a:ext cx="3019246" cy="478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732ED7-C116-28D3-9A62-FABBEE814D40}"/>
              </a:ext>
            </a:extLst>
          </p:cNvPr>
          <p:cNvCxnSpPr>
            <a:stCxn id="7" idx="1"/>
          </p:cNvCxnSpPr>
          <p:nvPr/>
        </p:nvCxnSpPr>
        <p:spPr>
          <a:xfrm flipH="1">
            <a:off x="5716438" y="4118746"/>
            <a:ext cx="3375803" cy="10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7E68AA-532E-27F6-BF80-2CDD63586BC4}"/>
              </a:ext>
            </a:extLst>
          </p:cNvPr>
          <p:cNvSpPr txBox="1"/>
          <p:nvPr/>
        </p:nvSpPr>
        <p:spPr>
          <a:xfrm>
            <a:off x="9132498" y="1041049"/>
            <a:ext cx="178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logo symbol above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516241-A53F-2066-862B-C41EB46082A3}"/>
              </a:ext>
            </a:extLst>
          </p:cNvPr>
          <p:cNvCxnSpPr/>
          <p:nvPr/>
        </p:nvCxnSpPr>
        <p:spPr>
          <a:xfrm flipH="1">
            <a:off x="5112589" y="1524000"/>
            <a:ext cx="4037162" cy="828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83E484F-1DA1-2868-8E63-F9D8919412E0}"/>
              </a:ext>
            </a:extLst>
          </p:cNvPr>
          <p:cNvSpPr txBox="1"/>
          <p:nvPr/>
        </p:nvSpPr>
        <p:spPr>
          <a:xfrm>
            <a:off x="5552536" y="5974595"/>
            <a:ext cx="669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moments when you feel a little disconnected from yourself.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DF4456-CD0C-29AB-3F3B-058C1B0B5282}"/>
              </a:ext>
            </a:extLst>
          </p:cNvPr>
          <p:cNvCxnSpPr/>
          <p:nvPr/>
        </p:nvCxnSpPr>
        <p:spPr>
          <a:xfrm flipH="1" flipV="1">
            <a:off x="5716438" y="4531743"/>
            <a:ext cx="1963947" cy="1339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DA48F7-8E63-7BDC-9146-E7FEDF4CD7B5}"/>
              </a:ext>
            </a:extLst>
          </p:cNvPr>
          <p:cNvSpPr txBox="1"/>
          <p:nvPr/>
        </p:nvSpPr>
        <p:spPr>
          <a:xfrm>
            <a:off x="2930106" y="1524000"/>
            <a:ext cx="203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micro-rituals-guide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A58161-9D49-2C13-7E30-26C69EC1087E}"/>
              </a:ext>
            </a:extLst>
          </p:cNvPr>
          <p:cNvCxnSpPr/>
          <p:nvPr/>
        </p:nvCxnSpPr>
        <p:spPr>
          <a:xfrm flipH="1">
            <a:off x="2674189" y="1863306"/>
            <a:ext cx="902898" cy="230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898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A265F3-9BD9-DEFF-2BCA-AEC7843F9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019" y="1200158"/>
            <a:ext cx="5613225" cy="5180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039B06-061D-9EA7-1410-2230409A1F0B}"/>
              </a:ext>
            </a:extLst>
          </p:cNvPr>
          <p:cNvSpPr txBox="1"/>
          <p:nvPr/>
        </p:nvSpPr>
        <p:spPr>
          <a:xfrm>
            <a:off x="7327836" y="1262483"/>
            <a:ext cx="415104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If you've been feeling a little disconnected lately, this is for you.</a:t>
            </a:r>
          </a:p>
          <a:p>
            <a:endParaRPr lang="en-US" sz="1000" dirty="0"/>
          </a:p>
          <a:p>
            <a:r>
              <a:rPr lang="en-US" sz="1000" dirty="0"/>
              <a:t>Sometimes coming back to yourself isn't about changing everything overnight. It's about slowing down through small, intentional moments woven into everyday life.</a:t>
            </a:r>
          </a:p>
          <a:p>
            <a:endParaRPr lang="en-US" sz="1000" dirty="0"/>
          </a:p>
          <a:p>
            <a:r>
              <a:rPr lang="en-US" sz="1000" dirty="0"/>
              <a:t>This free guide includes 5 micro rituals that take less than 5 minutes each, small practices to help you slow down, reset, and reconnect with yourself.</a:t>
            </a:r>
          </a:p>
          <a:p>
            <a:endParaRPr lang="en-US" sz="1000" dirty="0"/>
          </a:p>
          <a:p>
            <a:r>
              <a:rPr lang="en-US" sz="1000" dirty="0"/>
              <a:t>No pressure. No perfection. Just small moments that help you come back to yourself.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2B9AB5-8B66-8930-1804-0F64342AAFE2}"/>
              </a:ext>
            </a:extLst>
          </p:cNvPr>
          <p:cNvSpPr txBox="1"/>
          <p:nvPr/>
        </p:nvSpPr>
        <p:spPr>
          <a:xfrm>
            <a:off x="7281829" y="4035934"/>
            <a:ext cx="3962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A gentle morning reset to begin the day with more presence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A midday pause for moments that feel overwhelming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A soft evening ritual to help you unwind slowly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A grounding practice to come back to your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A simple ritual for slowing down and reconnecting with yourself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999026-F092-57E9-1BAA-E729F0EA482D}"/>
              </a:ext>
            </a:extLst>
          </p:cNvPr>
          <p:cNvSpPr txBox="1"/>
          <p:nvPr/>
        </p:nvSpPr>
        <p:spPr>
          <a:xfrm>
            <a:off x="161025" y="3571336"/>
            <a:ext cx="11386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Let’s change the checkmarks to bullet points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C027A7-0256-E109-91C1-E2C74808C8E6}"/>
              </a:ext>
            </a:extLst>
          </p:cNvPr>
          <p:cNvCxnSpPr/>
          <p:nvPr/>
        </p:nvCxnSpPr>
        <p:spPr>
          <a:xfrm>
            <a:off x="971909" y="4035934"/>
            <a:ext cx="1052423" cy="214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39D6A73-55C8-525D-0F6C-63AE01C3DE06}"/>
                  </a:ext>
                </a:extLst>
              </p14:cNvPr>
              <p14:cNvContentPartPr/>
              <p14:nvPr/>
            </p14:nvContentPartPr>
            <p14:xfrm>
              <a:off x="5083657" y="4088683"/>
              <a:ext cx="381240" cy="16452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39D6A73-55C8-525D-0F6C-63AE01C3DE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7537" y="4082563"/>
                <a:ext cx="393480" cy="165744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743B3E-9D7F-09EB-F329-754BE750C2DC}"/>
              </a:ext>
            </a:extLst>
          </p:cNvPr>
          <p:cNvCxnSpPr/>
          <p:nvPr/>
        </p:nvCxnSpPr>
        <p:spPr>
          <a:xfrm flipH="1">
            <a:off x="5543909" y="4479985"/>
            <a:ext cx="1621766" cy="316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B8AEEF7-0D4C-EB0C-9FE6-754F7EB7ED35}"/>
                  </a:ext>
                </a:extLst>
              </p14:cNvPr>
              <p14:cNvContentPartPr/>
              <p14:nvPr/>
            </p14:nvContentPartPr>
            <p14:xfrm>
              <a:off x="5888977" y="1984123"/>
              <a:ext cx="276480" cy="1919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B8AEEF7-0D4C-EB0C-9FE6-754F7EB7ED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2857" y="1978003"/>
                <a:ext cx="288720" cy="193212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678E0E-086F-8330-B78F-07DCDE8DB4BE}"/>
              </a:ext>
            </a:extLst>
          </p:cNvPr>
          <p:cNvCxnSpPr/>
          <p:nvPr/>
        </p:nvCxnSpPr>
        <p:spPr>
          <a:xfrm flipH="1">
            <a:off x="6297283" y="2444151"/>
            <a:ext cx="868392" cy="373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2BC6930-9253-D396-5D23-C2D783BCB2E2}"/>
              </a:ext>
            </a:extLst>
          </p:cNvPr>
          <p:cNvSpPr txBox="1"/>
          <p:nvPr/>
        </p:nvSpPr>
        <p:spPr>
          <a:xfrm>
            <a:off x="7810852" y="5733883"/>
            <a:ext cx="2904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Each ritual also includes a gentle reflection to help you slow down and reconnect with yourself.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D05260-1F6A-6F32-D8D7-AFECDBC9B19B}"/>
              </a:ext>
            </a:extLst>
          </p:cNvPr>
          <p:cNvCxnSpPr/>
          <p:nvPr/>
        </p:nvCxnSpPr>
        <p:spPr>
          <a:xfrm flipH="1">
            <a:off x="5664679" y="5923472"/>
            <a:ext cx="2047336" cy="109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604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215D-C16D-3A53-583D-1DD15BC5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559AA-48B7-A887-1451-8C3069E0A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66" y="2305046"/>
            <a:ext cx="9920377" cy="366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8F8942-0758-3ABE-780A-4B3E21098779}"/>
              </a:ext>
            </a:extLst>
          </p:cNvPr>
          <p:cNvSpPr txBox="1"/>
          <p:nvPr/>
        </p:nvSpPr>
        <p:spPr>
          <a:xfrm>
            <a:off x="8632166" y="1443615"/>
            <a:ext cx="2674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Vini, we should talk about which pages to use</a:t>
            </a:r>
          </a:p>
        </p:txBody>
      </p:sp>
    </p:spTree>
    <p:extLst>
      <p:ext uri="{BB962C8B-B14F-4D97-AF65-F5344CB8AC3E}">
        <p14:creationId xmlns:p14="http://schemas.microsoft.com/office/powerpoint/2010/main" val="161458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75F66-26A0-6D53-8A2B-EF9B363F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A5112-7D97-B77D-F17B-21ECD5BC5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12" y="2246365"/>
            <a:ext cx="9897374" cy="3663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B56CF4-EB64-F3FF-9501-F39848A6320D}"/>
              </a:ext>
            </a:extLst>
          </p:cNvPr>
          <p:cNvSpPr txBox="1"/>
          <p:nvPr/>
        </p:nvSpPr>
        <p:spPr>
          <a:xfrm>
            <a:off x="4261449" y="6095814"/>
            <a:ext cx="3669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we add “sacred made simple” under this line?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E0C265-56AE-4288-259F-F7AB5204E001}"/>
              </a:ext>
            </a:extLst>
          </p:cNvPr>
          <p:cNvCxnSpPr/>
          <p:nvPr/>
        </p:nvCxnSpPr>
        <p:spPr>
          <a:xfrm flipH="1" flipV="1">
            <a:off x="6096000" y="5308121"/>
            <a:ext cx="189781" cy="764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FCC78D-03DF-EFB5-E3E0-483304529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008" y="1420941"/>
            <a:ext cx="12192000" cy="4101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163044-62BD-9F35-106C-9D564F1AC52B}"/>
              </a:ext>
            </a:extLst>
          </p:cNvPr>
          <p:cNvSpPr txBox="1"/>
          <p:nvPr/>
        </p:nvSpPr>
        <p:spPr>
          <a:xfrm>
            <a:off x="7769524" y="713117"/>
            <a:ext cx="454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EXPLORE MORE FREE GUIDES &amp; RESOURCES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49B959-68DE-A254-AA51-D8AE5D7F7742}"/>
              </a:ext>
            </a:extLst>
          </p:cNvPr>
          <p:cNvCxnSpPr/>
          <p:nvPr/>
        </p:nvCxnSpPr>
        <p:spPr>
          <a:xfrm flipH="1">
            <a:off x="6544574" y="1023668"/>
            <a:ext cx="1920815" cy="78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59C9E6-8CA9-77DD-711E-49E0ECBF6642}"/>
              </a:ext>
            </a:extLst>
          </p:cNvPr>
          <p:cNvSpPr txBox="1"/>
          <p:nvPr/>
        </p:nvSpPr>
        <p:spPr>
          <a:xfrm>
            <a:off x="3692106" y="5484772"/>
            <a:ext cx="20703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LIVING MORE INTENTIONALLY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Simple shifts to help you slow down, reconnect, and move through everyday life with more intention.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644C5-5195-B026-D870-CF99EA92E6C4}"/>
              </a:ext>
            </a:extLst>
          </p:cNvPr>
          <p:cNvSpPr txBox="1"/>
          <p:nvPr/>
        </p:nvSpPr>
        <p:spPr>
          <a:xfrm>
            <a:off x="603846" y="5502025"/>
            <a:ext cx="26109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 SIMPLE WAY TO GROUND AND RESET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Gentle practices for the moments you feel overstimulated, overwhelmed, or disconnected from yourself.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F673A2-89E0-F719-7814-900575B0BDD3}"/>
              </a:ext>
            </a:extLst>
          </p:cNvPr>
          <p:cNvSpPr txBox="1"/>
          <p:nvPr/>
        </p:nvSpPr>
        <p:spPr>
          <a:xfrm>
            <a:off x="6190890" y="5483144"/>
            <a:ext cx="24297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WORKING WITH THE MOON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A simple guide to the phases of the moon, their meanings, and the intentions commonly associated with each one.</a:t>
            </a:r>
          </a:p>
          <a:p>
            <a:endParaRPr 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1F5FF-E208-D4F2-31A5-747EEBA95048}"/>
              </a:ext>
            </a:extLst>
          </p:cNvPr>
          <p:cNvSpPr txBox="1"/>
          <p:nvPr/>
        </p:nvSpPr>
        <p:spPr>
          <a:xfrm>
            <a:off x="8936966" y="5403444"/>
            <a:ext cx="25189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CRYSTAL CHEAT SHEET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A gentle introduction to crystals, including chakra associations, intentions, and simple ways to work with them in everyday life.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6272F8-D141-D766-5B0F-9781D5D52C7F}"/>
              </a:ext>
            </a:extLst>
          </p:cNvPr>
          <p:cNvSpPr/>
          <p:nvPr/>
        </p:nvSpPr>
        <p:spPr>
          <a:xfrm>
            <a:off x="10156166" y="2582174"/>
            <a:ext cx="1989826" cy="16045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3D15C-F635-3AEF-C352-7C4101C19BA8}"/>
              </a:ext>
            </a:extLst>
          </p:cNvPr>
          <p:cNvSpPr txBox="1"/>
          <p:nvPr/>
        </p:nvSpPr>
        <p:spPr>
          <a:xfrm>
            <a:off x="10495471" y="2874291"/>
            <a:ext cx="146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one more picture: Use these 4 below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D3879B-328E-9DAA-53B3-62A67C9E0EDF}"/>
              </a:ext>
            </a:extLst>
          </p:cNvPr>
          <p:cNvCxnSpPr/>
          <p:nvPr/>
        </p:nvCxnSpPr>
        <p:spPr>
          <a:xfrm flipV="1">
            <a:off x="1512498" y="4957313"/>
            <a:ext cx="724619" cy="479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10E783-F945-7E96-F43B-3D8ED5ECE99C}"/>
              </a:ext>
            </a:extLst>
          </p:cNvPr>
          <p:cNvCxnSpPr>
            <a:stCxn id="9" idx="0"/>
          </p:cNvCxnSpPr>
          <p:nvPr/>
        </p:nvCxnSpPr>
        <p:spPr>
          <a:xfrm flipV="1">
            <a:off x="4727276" y="5112589"/>
            <a:ext cx="408316" cy="372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1215766-72A8-C8AA-118B-7AD1EBA6BEF8}"/>
              </a:ext>
            </a:extLst>
          </p:cNvPr>
          <p:cNvCxnSpPr/>
          <p:nvPr/>
        </p:nvCxnSpPr>
        <p:spPr>
          <a:xfrm flipV="1">
            <a:off x="7504981" y="5049328"/>
            <a:ext cx="414068" cy="354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39FF41-301B-EAEB-9C27-F1E55DE09967}"/>
              </a:ext>
            </a:extLst>
          </p:cNvPr>
          <p:cNvCxnSpPr/>
          <p:nvPr/>
        </p:nvCxnSpPr>
        <p:spPr>
          <a:xfrm flipV="1">
            <a:off x="10351698" y="4456981"/>
            <a:ext cx="419819" cy="946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565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DA767-C24E-71E7-6DBC-DAC2B445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We need a popup confirmation that automatically pops up after they enter their info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1C44A-DD4F-8588-3C2E-9665C92AE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192" y="2239693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Thank you for being here.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Your guide should arrive in your inbox within the next few minutes.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don’t see it right away, check your promotions or spam folder just in case.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hope these rituals offer a small moment to slow down and reconnect with yourself.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You’ll also find more free rituals, reflections, and intentional living resources at powerfulintention.com if you’d like to explore further.</a:t>
            </a:r>
          </a:p>
        </p:txBody>
      </p:sp>
    </p:spTree>
    <p:extLst>
      <p:ext uri="{BB962C8B-B14F-4D97-AF65-F5344CB8AC3E}">
        <p14:creationId xmlns:p14="http://schemas.microsoft.com/office/powerpoint/2010/main" val="3338108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418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Micro Rituals Freebie Landing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need a popup confirmation that automatically pops up after they enter their info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 Calinger</dc:creator>
  <cp:lastModifiedBy>Anne Calinger</cp:lastModifiedBy>
  <cp:revision>1</cp:revision>
  <dcterms:created xsi:type="dcterms:W3CDTF">2026-05-18T23:41:40Z</dcterms:created>
  <dcterms:modified xsi:type="dcterms:W3CDTF">2026-05-19T01:02:24Z</dcterms:modified>
</cp:coreProperties>
</file>