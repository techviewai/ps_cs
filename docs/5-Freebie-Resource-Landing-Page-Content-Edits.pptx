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85" r:id="rId4"/>
    <p:sldId id="267" r:id="rId5"/>
    <p:sldId id="265" r:id="rId6"/>
    <p:sldId id="257" r:id="rId7"/>
    <p:sldId id="258" r:id="rId8"/>
    <p:sldId id="261" r:id="rId9"/>
    <p:sldId id="264" r:id="rId10"/>
    <p:sldId id="268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2AC15F-B559-4667-8F31-00DF4B5486A1}" v="44" dt="2026-05-20T00:23:27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e Calinger" userId="d78e2b3d1245ea36" providerId="LiveId" clId="{2C723B53-4BC1-4A06-9621-4159CAF38B9E}"/>
    <pc:docChg chg="undo custSel addSld delSld modSld sldOrd">
      <pc:chgData name="Anne Calinger" userId="d78e2b3d1245ea36" providerId="LiveId" clId="{2C723B53-4BC1-4A06-9621-4159CAF38B9E}" dt="2026-05-20T00:28:37.700" v="1750" actId="207"/>
      <pc:docMkLst>
        <pc:docMk/>
      </pc:docMkLst>
      <pc:sldChg chg="modSp mod">
        <pc:chgData name="Anne Calinger" userId="d78e2b3d1245ea36" providerId="LiveId" clId="{2C723B53-4BC1-4A06-9621-4159CAF38B9E}" dt="2026-05-20T00:27:10.922" v="1723" actId="1076"/>
        <pc:sldMkLst>
          <pc:docMk/>
          <pc:sldMk cId="1267504635" sldId="256"/>
        </pc:sldMkLst>
        <pc:spChg chg="mod">
          <ac:chgData name="Anne Calinger" userId="d78e2b3d1245ea36" providerId="LiveId" clId="{2C723B53-4BC1-4A06-9621-4159CAF38B9E}" dt="2026-05-20T00:26:05.739" v="1495" actId="1076"/>
          <ac:spMkLst>
            <pc:docMk/>
            <pc:sldMk cId="1267504635" sldId="256"/>
            <ac:spMk id="2" creationId="{32A731EC-6F02-319D-CB9D-CFACB2D340C3}"/>
          </ac:spMkLst>
        </pc:spChg>
        <pc:spChg chg="mod">
          <ac:chgData name="Anne Calinger" userId="d78e2b3d1245ea36" providerId="LiveId" clId="{2C723B53-4BC1-4A06-9621-4159CAF38B9E}" dt="2026-05-20T00:27:10.922" v="1723" actId="1076"/>
          <ac:spMkLst>
            <pc:docMk/>
            <pc:sldMk cId="1267504635" sldId="256"/>
            <ac:spMk id="3" creationId="{3C1523D1-2E34-0FAE-447F-54A16EE98309}"/>
          </ac:spMkLst>
        </pc:spChg>
      </pc:sldChg>
      <pc:sldChg chg="addSp delSp modSp mod">
        <pc:chgData name="Anne Calinger" userId="d78e2b3d1245ea36" providerId="LiveId" clId="{2C723B53-4BC1-4A06-9621-4159CAF38B9E}" dt="2026-05-19T23:59:47.268" v="893" actId="255"/>
        <pc:sldMkLst>
          <pc:docMk/>
          <pc:sldMk cId="2358898917" sldId="257"/>
        </pc:sldMkLst>
        <pc:spChg chg="add mod">
          <ac:chgData name="Anne Calinger" userId="d78e2b3d1245ea36" providerId="LiveId" clId="{2C723B53-4BC1-4A06-9621-4159CAF38B9E}" dt="2026-05-19T23:21:56.975" v="114" actId="20577"/>
          <ac:spMkLst>
            <pc:docMk/>
            <pc:sldMk cId="2358898917" sldId="257"/>
            <ac:spMk id="4" creationId="{713421F4-A18D-011F-3011-15DEA70D7101}"/>
          </ac:spMkLst>
        </pc:spChg>
        <pc:spChg chg="mod">
          <ac:chgData name="Anne Calinger" userId="d78e2b3d1245ea36" providerId="LiveId" clId="{2C723B53-4BC1-4A06-9621-4159CAF38B9E}" dt="2026-05-19T23:25:39.888" v="318" actId="20577"/>
          <ac:spMkLst>
            <pc:docMk/>
            <pc:sldMk cId="2358898917" sldId="257"/>
            <ac:spMk id="6" creationId="{6E2A02C8-8381-5707-FD1E-F09E6F7A20BE}"/>
          </ac:spMkLst>
        </pc:spChg>
        <pc:spChg chg="mod">
          <ac:chgData name="Anne Calinger" userId="d78e2b3d1245ea36" providerId="LiveId" clId="{2C723B53-4BC1-4A06-9621-4159CAF38B9E}" dt="2026-05-19T23:59:47.268" v="893" actId="255"/>
          <ac:spMkLst>
            <pc:docMk/>
            <pc:sldMk cId="2358898917" sldId="257"/>
            <ac:spMk id="7" creationId="{1441343B-3AA9-4F61-16F2-B010B45F3FC6}"/>
          </ac:spMkLst>
        </pc:spChg>
        <pc:spChg chg="del">
          <ac:chgData name="Anne Calinger" userId="d78e2b3d1245ea36" providerId="LiveId" clId="{2C723B53-4BC1-4A06-9621-4159CAF38B9E}" dt="2026-05-19T23:21:04.559" v="18" actId="478"/>
          <ac:spMkLst>
            <pc:docMk/>
            <pc:sldMk cId="2358898917" sldId="257"/>
            <ac:spMk id="12" creationId="{307E68AA-532E-27F6-BF80-2CDD63586BC4}"/>
          </ac:spMkLst>
        </pc:spChg>
        <pc:spChg chg="mod">
          <ac:chgData name="Anne Calinger" userId="d78e2b3d1245ea36" providerId="LiveId" clId="{2C723B53-4BC1-4A06-9621-4159CAF38B9E}" dt="2026-05-19T23:59:33.694" v="892" actId="20577"/>
          <ac:spMkLst>
            <pc:docMk/>
            <pc:sldMk cId="2358898917" sldId="257"/>
            <ac:spMk id="15" creationId="{183E484F-1DA1-2868-8E63-F9D8919412E0}"/>
          </ac:spMkLst>
        </pc:spChg>
        <pc:spChg chg="del">
          <ac:chgData name="Anne Calinger" userId="d78e2b3d1245ea36" providerId="LiveId" clId="{2C723B53-4BC1-4A06-9621-4159CAF38B9E}" dt="2026-05-19T23:21:05.676" v="19" actId="478"/>
          <ac:spMkLst>
            <pc:docMk/>
            <pc:sldMk cId="2358898917" sldId="257"/>
            <ac:spMk id="18" creationId="{26DA48F7-8E63-7BDC-9146-E7FEDF4CD7B5}"/>
          </ac:spMkLst>
        </pc:spChg>
        <pc:picChg chg="add mod ord">
          <ac:chgData name="Anne Calinger" userId="d78e2b3d1245ea36" providerId="LiveId" clId="{2C723B53-4BC1-4A06-9621-4159CAF38B9E}" dt="2026-05-19T23:59:10.736" v="885" actId="167"/>
          <ac:picMkLst>
            <pc:docMk/>
            <pc:sldMk cId="2358898917" sldId="257"/>
            <ac:picMk id="3" creationId="{8B660BAC-4D67-2C31-5BCB-B026A662F7D8}"/>
          </ac:picMkLst>
        </pc:picChg>
        <pc:picChg chg="del">
          <ac:chgData name="Anne Calinger" userId="d78e2b3d1245ea36" providerId="LiveId" clId="{2C723B53-4BC1-4A06-9621-4159CAF38B9E}" dt="2026-05-19T23:20:54.581" v="14" actId="478"/>
          <ac:picMkLst>
            <pc:docMk/>
            <pc:sldMk cId="2358898917" sldId="257"/>
            <ac:picMk id="5" creationId="{9F28E411-9B08-0796-D8CA-9961880B1082}"/>
          </ac:picMkLst>
        </pc:picChg>
        <pc:cxnChg chg="mod ord">
          <ac:chgData name="Anne Calinger" userId="d78e2b3d1245ea36" providerId="LiveId" clId="{2C723B53-4BC1-4A06-9621-4159CAF38B9E}" dt="2026-05-19T23:59:18.131" v="887" actId="14100"/>
          <ac:cxnSpMkLst>
            <pc:docMk/>
            <pc:sldMk cId="2358898917" sldId="257"/>
            <ac:cxnSpMk id="9" creationId="{905C9EF8-35CE-0731-14BF-983BC5758906}"/>
          </ac:cxnSpMkLst>
        </pc:cxnChg>
        <pc:cxnChg chg="add">
          <ac:chgData name="Anne Calinger" userId="d78e2b3d1245ea36" providerId="LiveId" clId="{2C723B53-4BC1-4A06-9621-4159CAF38B9E}" dt="2026-05-19T23:22:05.623" v="115" actId="11529"/>
          <ac:cxnSpMkLst>
            <pc:docMk/>
            <pc:sldMk cId="2358898917" sldId="257"/>
            <ac:cxnSpMk id="10" creationId="{FCDC357E-02E8-EF17-A7C4-278E2F461630}"/>
          </ac:cxnSpMkLst>
        </pc:cxnChg>
        <pc:cxnChg chg="del mod">
          <ac:chgData name="Anne Calinger" userId="d78e2b3d1245ea36" providerId="LiveId" clId="{2C723B53-4BC1-4A06-9621-4159CAF38B9E}" dt="2026-05-19T23:28:49.287" v="329" actId="478"/>
          <ac:cxnSpMkLst>
            <pc:docMk/>
            <pc:sldMk cId="2358898917" sldId="257"/>
            <ac:cxnSpMk id="11" creationId="{E4732ED7-C116-28D3-9A62-FABBEE814D40}"/>
          </ac:cxnSpMkLst>
        </pc:cxnChg>
        <pc:cxnChg chg="del">
          <ac:chgData name="Anne Calinger" userId="d78e2b3d1245ea36" providerId="LiveId" clId="{2C723B53-4BC1-4A06-9621-4159CAF38B9E}" dt="2026-05-19T23:20:59.963" v="17" actId="478"/>
          <ac:cxnSpMkLst>
            <pc:docMk/>
            <pc:sldMk cId="2358898917" sldId="257"/>
            <ac:cxnSpMk id="14" creationId="{11516241-A53F-2066-862B-C41EB46082A3}"/>
          </ac:cxnSpMkLst>
        </pc:cxnChg>
        <pc:cxnChg chg="add">
          <ac:chgData name="Anne Calinger" userId="d78e2b3d1245ea36" providerId="LiveId" clId="{2C723B53-4BC1-4A06-9621-4159CAF38B9E}" dt="2026-05-19T23:22:09.699" v="116" actId="11529"/>
          <ac:cxnSpMkLst>
            <pc:docMk/>
            <pc:sldMk cId="2358898917" sldId="257"/>
            <ac:cxnSpMk id="16" creationId="{3CE3D21D-A795-1301-B34F-B6F0DD09F3B7}"/>
          </ac:cxnSpMkLst>
        </pc:cxnChg>
        <pc:cxnChg chg="mod">
          <ac:chgData name="Anne Calinger" userId="d78e2b3d1245ea36" providerId="LiveId" clId="{2C723B53-4BC1-4A06-9621-4159CAF38B9E}" dt="2026-05-19T23:59:22.078" v="889" actId="14100"/>
          <ac:cxnSpMkLst>
            <pc:docMk/>
            <pc:sldMk cId="2358898917" sldId="257"/>
            <ac:cxnSpMk id="17" creationId="{9DDF4456-CD0C-29AB-3F3B-058C1B0B5282}"/>
          </ac:cxnSpMkLst>
        </pc:cxnChg>
        <pc:cxnChg chg="del">
          <ac:chgData name="Anne Calinger" userId="d78e2b3d1245ea36" providerId="LiveId" clId="{2C723B53-4BC1-4A06-9621-4159CAF38B9E}" dt="2026-05-19T23:21:06.806" v="20" actId="478"/>
          <ac:cxnSpMkLst>
            <pc:docMk/>
            <pc:sldMk cId="2358898917" sldId="257"/>
            <ac:cxnSpMk id="20" creationId="{F5A58161-9D49-2C13-7E30-26C69EC1087E}"/>
          </ac:cxnSpMkLst>
        </pc:cxnChg>
        <pc:cxnChg chg="add">
          <ac:chgData name="Anne Calinger" userId="d78e2b3d1245ea36" providerId="LiveId" clId="{2C723B53-4BC1-4A06-9621-4159CAF38B9E}" dt="2026-05-19T23:26:00.185" v="319" actId="11529"/>
          <ac:cxnSpMkLst>
            <pc:docMk/>
            <pc:sldMk cId="2358898917" sldId="257"/>
            <ac:cxnSpMk id="21" creationId="{0D7B1005-2185-8AA4-101F-AC51D5C0D33D}"/>
          </ac:cxnSpMkLst>
        </pc:cxnChg>
      </pc:sldChg>
      <pc:sldChg chg="addSp delSp modSp mod">
        <pc:chgData name="Anne Calinger" userId="d78e2b3d1245ea36" providerId="LiveId" clId="{2C723B53-4BC1-4A06-9621-4159CAF38B9E}" dt="2026-05-20T00:04:48" v="927" actId="1076"/>
        <pc:sldMkLst>
          <pc:docMk/>
          <pc:sldMk cId="3900604043" sldId="258"/>
        </pc:sldMkLst>
        <pc:spChg chg="add mod">
          <ac:chgData name="Anne Calinger" userId="d78e2b3d1245ea36" providerId="LiveId" clId="{2C723B53-4BC1-4A06-9621-4159CAF38B9E}" dt="2026-05-19T23:38:57.317" v="400" actId="1076"/>
          <ac:spMkLst>
            <pc:docMk/>
            <pc:sldMk cId="3900604043" sldId="258"/>
            <ac:spMk id="4" creationId="{346A9413-FFC9-338D-9B61-595D694F2049}"/>
          </ac:spMkLst>
        </pc:spChg>
        <pc:spChg chg="mod">
          <ac:chgData name="Anne Calinger" userId="d78e2b3d1245ea36" providerId="LiveId" clId="{2C723B53-4BC1-4A06-9621-4159CAF38B9E}" dt="2026-05-20T00:03:57.966" v="919" actId="20577"/>
          <ac:spMkLst>
            <pc:docMk/>
            <pc:sldMk cId="3900604043" sldId="258"/>
            <ac:spMk id="6" creationId="{53039B06-061D-9EA7-1410-2230409A1F0B}"/>
          </ac:spMkLst>
        </pc:spChg>
        <pc:spChg chg="mod">
          <ac:chgData name="Anne Calinger" userId="d78e2b3d1245ea36" providerId="LiveId" clId="{2C723B53-4BC1-4A06-9621-4159CAF38B9E}" dt="2026-05-19T23:37:02.835" v="380" actId="1076"/>
          <ac:spMkLst>
            <pc:docMk/>
            <pc:sldMk cId="3900604043" sldId="258"/>
            <ac:spMk id="10" creationId="{522B9AB5-8B66-8930-1804-0F64342AAFE2}"/>
          </ac:spMkLst>
        </pc:spChg>
        <pc:spChg chg="del">
          <ac:chgData name="Anne Calinger" userId="d78e2b3d1245ea36" providerId="LiveId" clId="{2C723B53-4BC1-4A06-9621-4159CAF38B9E}" dt="2026-05-19T23:34:15.174" v="346" actId="478"/>
          <ac:spMkLst>
            <pc:docMk/>
            <pc:sldMk cId="3900604043" sldId="258"/>
            <ac:spMk id="11" creationId="{84999026-F092-57E9-1BAA-E729F0EA482D}"/>
          </ac:spMkLst>
        </pc:spChg>
        <pc:spChg chg="del">
          <ac:chgData name="Anne Calinger" userId="d78e2b3d1245ea36" providerId="LiveId" clId="{2C723B53-4BC1-4A06-9621-4159CAF38B9E}" dt="2026-05-19T23:38:20.191" v="392" actId="478"/>
          <ac:spMkLst>
            <pc:docMk/>
            <pc:sldMk cId="3900604043" sldId="258"/>
            <ac:spMk id="21" creationId="{42BC6930-9253-D396-5D23-C2D783BCB2E2}"/>
          </ac:spMkLst>
        </pc:spChg>
        <pc:spChg chg="add mod">
          <ac:chgData name="Anne Calinger" userId="d78e2b3d1245ea36" providerId="LiveId" clId="{2C723B53-4BC1-4A06-9621-4159CAF38B9E}" dt="2026-05-20T00:04:48" v="927" actId="1076"/>
          <ac:spMkLst>
            <pc:docMk/>
            <pc:sldMk cId="3900604043" sldId="258"/>
            <ac:spMk id="24" creationId="{967843C1-30AD-9C4F-ABF4-0C4223967A72}"/>
          </ac:spMkLst>
        </pc:spChg>
        <pc:picChg chg="add mod ord">
          <ac:chgData name="Anne Calinger" userId="d78e2b3d1245ea36" providerId="LiveId" clId="{2C723B53-4BC1-4A06-9621-4159CAF38B9E}" dt="2026-05-19T23:37:41.820" v="391" actId="1076"/>
          <ac:picMkLst>
            <pc:docMk/>
            <pc:sldMk cId="3900604043" sldId="258"/>
            <ac:picMk id="3" creationId="{6A8CB88E-B786-E194-6578-18754FFA14BD}"/>
          </ac:picMkLst>
        </pc:picChg>
        <pc:picChg chg="del">
          <ac:chgData name="Anne Calinger" userId="d78e2b3d1245ea36" providerId="LiveId" clId="{2C723B53-4BC1-4A06-9621-4159CAF38B9E}" dt="2026-05-19T23:30:04.385" v="337" actId="478"/>
          <ac:picMkLst>
            <pc:docMk/>
            <pc:sldMk cId="3900604043" sldId="258"/>
            <ac:picMk id="5" creationId="{ACA265F3-9BD9-DEFF-2BCA-AEC7843F9D02}"/>
          </ac:picMkLst>
        </pc:picChg>
        <pc:inkChg chg="mod">
          <ac:chgData name="Anne Calinger" userId="d78e2b3d1245ea36" providerId="LiveId" clId="{2C723B53-4BC1-4A06-9621-4159CAF38B9E}" dt="2026-05-19T23:38:32.680" v="395" actId="1076"/>
          <ac:inkMkLst>
            <pc:docMk/>
            <pc:sldMk cId="3900604043" sldId="258"/>
            <ac:inkMk id="15" creationId="{439D6A73-55C8-525D-0F6C-63AE01C3DE06}"/>
          </ac:inkMkLst>
        </pc:inkChg>
        <pc:cxnChg chg="add mod">
          <ac:chgData name="Anne Calinger" userId="d78e2b3d1245ea36" providerId="LiveId" clId="{2C723B53-4BC1-4A06-9621-4159CAF38B9E}" dt="2026-05-19T23:38:54.481" v="399" actId="1076"/>
          <ac:cxnSpMkLst>
            <pc:docMk/>
            <pc:sldMk cId="3900604043" sldId="258"/>
            <ac:cxnSpMk id="8" creationId="{FB8C4B04-36BA-1259-A24B-6A8B70623C1A}"/>
          </ac:cxnSpMkLst>
        </pc:cxnChg>
        <pc:cxnChg chg="del">
          <ac:chgData name="Anne Calinger" userId="d78e2b3d1245ea36" providerId="LiveId" clId="{2C723B53-4BC1-4A06-9621-4159CAF38B9E}" dt="2026-05-19T23:34:13.414" v="345" actId="478"/>
          <ac:cxnSpMkLst>
            <pc:docMk/>
            <pc:sldMk cId="3900604043" sldId="258"/>
            <ac:cxnSpMk id="13" creationId="{D7C027A7-0256-E109-91C1-E2C74808C8E6}"/>
          </ac:cxnSpMkLst>
        </pc:cxnChg>
        <pc:cxnChg chg="mod">
          <ac:chgData name="Anne Calinger" userId="d78e2b3d1245ea36" providerId="LiveId" clId="{2C723B53-4BC1-4A06-9621-4159CAF38B9E}" dt="2026-05-19T23:38:34.969" v="396" actId="14100"/>
          <ac:cxnSpMkLst>
            <pc:docMk/>
            <pc:sldMk cId="3900604043" sldId="258"/>
            <ac:cxnSpMk id="17" creationId="{DD743B3E-9D7F-09EB-F329-754BE750C2DC}"/>
          </ac:cxnSpMkLst>
        </pc:cxnChg>
        <pc:cxnChg chg="mod">
          <ac:chgData name="Anne Calinger" userId="d78e2b3d1245ea36" providerId="LiveId" clId="{2C723B53-4BC1-4A06-9621-4159CAF38B9E}" dt="2026-05-19T23:36:25.079" v="375" actId="14100"/>
          <ac:cxnSpMkLst>
            <pc:docMk/>
            <pc:sldMk cId="3900604043" sldId="258"/>
            <ac:cxnSpMk id="20" creationId="{0B678E0E-086F-8330-B78F-07DCDE8DB4BE}"/>
          </ac:cxnSpMkLst>
        </pc:cxnChg>
        <pc:cxnChg chg="del">
          <ac:chgData name="Anne Calinger" userId="d78e2b3d1245ea36" providerId="LiveId" clId="{2C723B53-4BC1-4A06-9621-4159CAF38B9E}" dt="2026-05-19T23:38:21.458" v="393" actId="478"/>
          <ac:cxnSpMkLst>
            <pc:docMk/>
            <pc:sldMk cId="3900604043" sldId="258"/>
            <ac:cxnSpMk id="23" creationId="{A8D05260-1F6A-6F32-D8D7-AFECDBC9B19B}"/>
          </ac:cxnSpMkLst>
        </pc:cxnChg>
        <pc:cxnChg chg="add mod">
          <ac:chgData name="Anne Calinger" userId="d78e2b3d1245ea36" providerId="LiveId" clId="{2C723B53-4BC1-4A06-9621-4159CAF38B9E}" dt="2026-05-20T00:04:19.761" v="922" actId="14100"/>
          <ac:cxnSpMkLst>
            <pc:docMk/>
            <pc:sldMk cId="3900604043" sldId="258"/>
            <ac:cxnSpMk id="25" creationId="{6E3DB778-E6FE-7D06-4923-9DD7111AB29E}"/>
          </ac:cxnSpMkLst>
        </pc:cxnChg>
      </pc:sldChg>
      <pc:sldChg chg="del">
        <pc:chgData name="Anne Calinger" userId="d78e2b3d1245ea36" providerId="LiveId" clId="{2C723B53-4BC1-4A06-9621-4159CAF38B9E}" dt="2026-05-19T23:52:05.518" v="815" actId="47"/>
        <pc:sldMkLst>
          <pc:docMk/>
          <pc:sldMk cId="1183565641" sldId="260"/>
        </pc:sldMkLst>
      </pc:sldChg>
      <pc:sldChg chg="addSp delSp modSp mod">
        <pc:chgData name="Anne Calinger" userId="d78e2b3d1245ea36" providerId="LiveId" clId="{2C723B53-4BC1-4A06-9621-4159CAF38B9E}" dt="2026-05-19T23:39:48.444" v="456" actId="478"/>
        <pc:sldMkLst>
          <pc:docMk/>
          <pc:sldMk cId="161458597" sldId="261"/>
        </pc:sldMkLst>
        <pc:spChg chg="add del">
          <ac:chgData name="Anne Calinger" userId="d78e2b3d1245ea36" providerId="LiveId" clId="{2C723B53-4BC1-4A06-9621-4159CAF38B9E}" dt="2026-05-19T23:39:48.444" v="456" actId="478"/>
          <ac:spMkLst>
            <pc:docMk/>
            <pc:sldMk cId="161458597" sldId="261"/>
            <ac:spMk id="2" creationId="{32D2215D-C16D-3A53-583D-1DD15BC5D1C6}"/>
          </ac:spMkLst>
        </pc:spChg>
        <pc:spChg chg="del">
          <ac:chgData name="Anne Calinger" userId="d78e2b3d1245ea36" providerId="LiveId" clId="{2C723B53-4BC1-4A06-9621-4159CAF38B9E}" dt="2026-05-19T23:39:36.261" v="452" actId="478"/>
          <ac:spMkLst>
            <pc:docMk/>
            <pc:sldMk cId="161458597" sldId="261"/>
            <ac:spMk id="6" creationId="{688F8942-0758-3ABE-780A-4B3E21098779}"/>
          </ac:spMkLst>
        </pc:spChg>
        <pc:spChg chg="add mod">
          <ac:chgData name="Anne Calinger" userId="d78e2b3d1245ea36" providerId="LiveId" clId="{2C723B53-4BC1-4A06-9621-4159CAF38B9E}" dt="2026-05-19T23:39:42.493" v="454" actId="14100"/>
          <ac:spMkLst>
            <pc:docMk/>
            <pc:sldMk cId="161458597" sldId="261"/>
            <ac:spMk id="9" creationId="{A03723A2-C917-83BC-A117-033EB2667D45}"/>
          </ac:spMkLst>
        </pc:spChg>
        <pc:spChg chg="add mod">
          <ac:chgData name="Anne Calinger" userId="d78e2b3d1245ea36" providerId="LiveId" clId="{2C723B53-4BC1-4A06-9621-4159CAF38B9E}" dt="2026-05-19T23:39:31.636" v="451" actId="20577"/>
          <ac:spMkLst>
            <pc:docMk/>
            <pc:sldMk cId="161458597" sldId="261"/>
            <ac:spMk id="10" creationId="{F31504DA-C092-2241-1252-097A7B79CA1F}"/>
          </ac:spMkLst>
        </pc:spChg>
        <pc:picChg chg="add mod">
          <ac:chgData name="Anne Calinger" userId="d78e2b3d1245ea36" providerId="LiveId" clId="{2C723B53-4BC1-4A06-9621-4159CAF38B9E}" dt="2026-05-19T23:20:04.452" v="5" actId="1076"/>
          <ac:picMkLst>
            <pc:docMk/>
            <pc:sldMk cId="161458597" sldId="261"/>
            <ac:picMk id="4" creationId="{77BA7179-D3AB-2BB2-0275-0A3B2147470A}"/>
          </ac:picMkLst>
        </pc:picChg>
        <pc:picChg chg="del mod">
          <ac:chgData name="Anne Calinger" userId="d78e2b3d1245ea36" providerId="LiveId" clId="{2C723B53-4BC1-4A06-9621-4159CAF38B9E}" dt="2026-05-19T23:19:59.235" v="2" actId="478"/>
          <ac:picMkLst>
            <pc:docMk/>
            <pc:sldMk cId="161458597" sldId="261"/>
            <ac:picMk id="5" creationId="{A87559AA-48B7-A887-1451-8C3069E0A574}"/>
          </ac:picMkLst>
        </pc:picChg>
        <pc:picChg chg="add mod">
          <ac:chgData name="Anne Calinger" userId="d78e2b3d1245ea36" providerId="LiveId" clId="{2C723B53-4BC1-4A06-9621-4159CAF38B9E}" dt="2026-05-19T23:20:18.199" v="8" actId="1076"/>
          <ac:picMkLst>
            <pc:docMk/>
            <pc:sldMk cId="161458597" sldId="261"/>
            <ac:picMk id="8" creationId="{28B2E798-AA09-1E72-A72B-BE4C34B0D6D2}"/>
          </ac:picMkLst>
        </pc:picChg>
      </pc:sldChg>
      <pc:sldChg chg="del">
        <pc:chgData name="Anne Calinger" userId="d78e2b3d1245ea36" providerId="LiveId" clId="{2C723B53-4BC1-4A06-9621-4159CAF38B9E}" dt="2026-05-19T23:51:22.171" v="810" actId="47"/>
        <pc:sldMkLst>
          <pc:docMk/>
          <pc:sldMk cId="3258034" sldId="262"/>
        </pc:sldMkLst>
      </pc:sldChg>
      <pc:sldChg chg="modSp mod ord">
        <pc:chgData name="Anne Calinger" userId="d78e2b3d1245ea36" providerId="LiveId" clId="{2C723B53-4BC1-4A06-9621-4159CAF38B9E}" dt="2026-05-20T00:21:59.179" v="1221" actId="20577"/>
        <pc:sldMkLst>
          <pc:docMk/>
          <pc:sldMk cId="3338108319" sldId="263"/>
        </pc:sldMkLst>
        <pc:spChg chg="mod">
          <ac:chgData name="Anne Calinger" userId="d78e2b3d1245ea36" providerId="LiveId" clId="{2C723B53-4BC1-4A06-9621-4159CAF38B9E}" dt="2026-05-20T00:21:59.179" v="1221" actId="20577"/>
          <ac:spMkLst>
            <pc:docMk/>
            <pc:sldMk cId="3338108319" sldId="263"/>
            <ac:spMk id="2" creationId="{01FDA767-C24E-71E7-6DBC-DAC2B44511BE}"/>
          </ac:spMkLst>
        </pc:spChg>
      </pc:sldChg>
      <pc:sldChg chg="addSp delSp modSp new mod">
        <pc:chgData name="Anne Calinger" userId="d78e2b3d1245ea36" providerId="LiveId" clId="{2C723B53-4BC1-4A06-9621-4159CAF38B9E}" dt="2026-05-19T23:51:37.880" v="814" actId="20577"/>
        <pc:sldMkLst>
          <pc:docMk/>
          <pc:sldMk cId="2625652263" sldId="264"/>
        </pc:sldMkLst>
        <pc:spChg chg="del">
          <ac:chgData name="Anne Calinger" userId="d78e2b3d1245ea36" providerId="LiveId" clId="{2C723B53-4BC1-4A06-9621-4159CAF38B9E}" dt="2026-05-19T23:40:48.294" v="457" actId="478"/>
          <ac:spMkLst>
            <pc:docMk/>
            <pc:sldMk cId="2625652263" sldId="264"/>
            <ac:spMk id="2" creationId="{A33E0DA5-213F-03B9-BA72-FC617595551F}"/>
          </ac:spMkLst>
        </pc:spChg>
        <pc:spChg chg="del">
          <ac:chgData name="Anne Calinger" userId="d78e2b3d1245ea36" providerId="LiveId" clId="{2C723B53-4BC1-4A06-9621-4159CAF38B9E}" dt="2026-05-19T23:20:34.033" v="10" actId="478"/>
          <ac:spMkLst>
            <pc:docMk/>
            <pc:sldMk cId="2625652263" sldId="264"/>
            <ac:spMk id="3" creationId="{291AD577-5DEF-6DE9-CFA5-58E63D82F4E5}"/>
          </ac:spMkLst>
        </pc:spChg>
        <pc:spChg chg="add mod">
          <ac:chgData name="Anne Calinger" userId="d78e2b3d1245ea36" providerId="LiveId" clId="{2C723B53-4BC1-4A06-9621-4159CAF38B9E}" dt="2026-05-19T23:40:53.476" v="459" actId="1076"/>
          <ac:spMkLst>
            <pc:docMk/>
            <pc:sldMk cId="2625652263" sldId="264"/>
            <ac:spMk id="6" creationId="{96B398D6-A064-1899-B16F-CCF9BA4C0D2A}"/>
          </ac:spMkLst>
        </pc:spChg>
        <pc:spChg chg="add mod">
          <ac:chgData name="Anne Calinger" userId="d78e2b3d1245ea36" providerId="LiveId" clId="{2C723B53-4BC1-4A06-9621-4159CAF38B9E}" dt="2026-05-19T23:51:37.880" v="814" actId="20577"/>
          <ac:spMkLst>
            <pc:docMk/>
            <pc:sldMk cId="2625652263" sldId="264"/>
            <ac:spMk id="8" creationId="{7C4872E8-EAAF-EACC-8B3E-BDA170728BFB}"/>
          </ac:spMkLst>
        </pc:spChg>
        <pc:spChg chg="add mod">
          <ac:chgData name="Anne Calinger" userId="d78e2b3d1245ea36" providerId="LiveId" clId="{2C723B53-4BC1-4A06-9621-4159CAF38B9E}" dt="2026-05-19T23:43:03.049" v="691" actId="207"/>
          <ac:spMkLst>
            <pc:docMk/>
            <pc:sldMk cId="2625652263" sldId="264"/>
            <ac:spMk id="10" creationId="{5ECCAA3E-8F0E-0ABB-C2DB-025B53F32EB3}"/>
          </ac:spMkLst>
        </pc:spChg>
        <pc:spChg chg="add del mod">
          <ac:chgData name="Anne Calinger" userId="d78e2b3d1245ea36" providerId="LiveId" clId="{2C723B53-4BC1-4A06-9621-4159CAF38B9E}" dt="2026-05-19T23:46:51.260" v="745" actId="21"/>
          <ac:spMkLst>
            <pc:docMk/>
            <pc:sldMk cId="2625652263" sldId="264"/>
            <ac:spMk id="14" creationId="{867CEDA3-6A48-C075-1B55-6B143248381A}"/>
          </ac:spMkLst>
        </pc:spChg>
        <pc:spChg chg="add mod">
          <ac:chgData name="Anne Calinger" userId="d78e2b3d1245ea36" providerId="LiveId" clId="{2C723B53-4BC1-4A06-9621-4159CAF38B9E}" dt="2026-05-19T23:48:23.023" v="801" actId="1076"/>
          <ac:spMkLst>
            <pc:docMk/>
            <pc:sldMk cId="2625652263" sldId="264"/>
            <ac:spMk id="16" creationId="{76C1DC4F-4449-800C-8E2D-F71BD6D0DFA3}"/>
          </ac:spMkLst>
        </pc:spChg>
        <pc:spChg chg="add mod">
          <ac:chgData name="Anne Calinger" userId="d78e2b3d1245ea36" providerId="LiveId" clId="{2C723B53-4BC1-4A06-9621-4159CAF38B9E}" dt="2026-05-19T23:49:12.497" v="806" actId="122"/>
          <ac:spMkLst>
            <pc:docMk/>
            <pc:sldMk cId="2625652263" sldId="264"/>
            <ac:spMk id="17" creationId="{994DD11D-2708-0A2A-939C-8E6679EAFEBF}"/>
          </ac:spMkLst>
        </pc:spChg>
        <pc:spChg chg="add mod">
          <ac:chgData name="Anne Calinger" userId="d78e2b3d1245ea36" providerId="LiveId" clId="{2C723B53-4BC1-4A06-9621-4159CAF38B9E}" dt="2026-05-19T23:49:03.103" v="804"/>
          <ac:spMkLst>
            <pc:docMk/>
            <pc:sldMk cId="2625652263" sldId="264"/>
            <ac:spMk id="18" creationId="{1B01C1C3-9CC1-1229-5C61-270EBFE6985A}"/>
          </ac:spMkLst>
        </pc:spChg>
        <pc:picChg chg="add mod">
          <ac:chgData name="Anne Calinger" userId="d78e2b3d1245ea36" providerId="LiveId" clId="{2C723B53-4BC1-4A06-9621-4159CAF38B9E}" dt="2026-05-19T23:41:17.269" v="462" actId="1076"/>
          <ac:picMkLst>
            <pc:docMk/>
            <pc:sldMk cId="2625652263" sldId="264"/>
            <ac:picMk id="5" creationId="{D41056CC-0288-B7F9-5E68-5C60DDACCF75}"/>
          </ac:picMkLst>
        </pc:picChg>
        <pc:cxnChg chg="add mod">
          <ac:chgData name="Anne Calinger" userId="d78e2b3d1245ea36" providerId="LiveId" clId="{2C723B53-4BC1-4A06-9621-4159CAF38B9E}" dt="2026-05-19T23:40:53.476" v="459" actId="1076"/>
          <ac:cxnSpMkLst>
            <pc:docMk/>
            <pc:sldMk cId="2625652263" sldId="264"/>
            <ac:cxnSpMk id="7" creationId="{BE58D85B-0331-7548-5862-FDA833FD0022}"/>
          </ac:cxnSpMkLst>
        </pc:cxnChg>
        <pc:cxnChg chg="add mod">
          <ac:chgData name="Anne Calinger" userId="d78e2b3d1245ea36" providerId="LiveId" clId="{2C723B53-4BC1-4A06-9621-4159CAF38B9E}" dt="2026-05-19T23:47:17.011" v="750" actId="14100"/>
          <ac:cxnSpMkLst>
            <pc:docMk/>
            <pc:sldMk cId="2625652263" sldId="264"/>
            <ac:cxnSpMk id="9" creationId="{CD41A0AE-F24A-745F-8D97-CA2C16BD8579}"/>
          </ac:cxnSpMkLst>
        </pc:cxnChg>
        <pc:cxnChg chg="add mod">
          <ac:chgData name="Anne Calinger" userId="d78e2b3d1245ea36" providerId="LiveId" clId="{2C723B53-4BC1-4A06-9621-4159CAF38B9E}" dt="2026-05-19T23:43:28.162" v="695" actId="1076"/>
          <ac:cxnSpMkLst>
            <pc:docMk/>
            <pc:sldMk cId="2625652263" sldId="264"/>
            <ac:cxnSpMk id="12" creationId="{8A3B826C-4342-24B1-18E8-A35FAF3D0852}"/>
          </ac:cxnSpMkLst>
        </pc:cxnChg>
        <pc:cxnChg chg="add mod">
          <ac:chgData name="Anne Calinger" userId="d78e2b3d1245ea36" providerId="LiveId" clId="{2C723B53-4BC1-4A06-9621-4159CAF38B9E}" dt="2026-05-19T23:49:33.503" v="809" actId="14100"/>
          <ac:cxnSpMkLst>
            <pc:docMk/>
            <pc:sldMk cId="2625652263" sldId="264"/>
            <ac:cxnSpMk id="20" creationId="{A1C39B7E-3D77-AE1C-8700-464EB28470A3}"/>
          </ac:cxnSpMkLst>
        </pc:cxnChg>
      </pc:sldChg>
      <pc:sldChg chg="delSp modSp new mod">
        <pc:chgData name="Anne Calinger" userId="d78e2b3d1245ea36" providerId="LiveId" clId="{2C723B53-4BC1-4A06-9621-4159CAF38B9E}" dt="2026-05-20T00:27:46.326" v="1734" actId="20577"/>
        <pc:sldMkLst>
          <pc:docMk/>
          <pc:sldMk cId="757775347" sldId="265"/>
        </pc:sldMkLst>
        <pc:spChg chg="mod">
          <ac:chgData name="Anne Calinger" userId="d78e2b3d1245ea36" providerId="LiveId" clId="{2C723B53-4BC1-4A06-9621-4159CAF38B9E}" dt="2026-05-20T00:27:46.326" v="1734" actId="20577"/>
          <ac:spMkLst>
            <pc:docMk/>
            <pc:sldMk cId="757775347" sldId="265"/>
            <ac:spMk id="2" creationId="{05424CA6-4DF8-CCAC-AB05-894A5344EBE7}"/>
          </ac:spMkLst>
        </pc:spChg>
        <pc:spChg chg="del">
          <ac:chgData name="Anne Calinger" userId="d78e2b3d1245ea36" providerId="LiveId" clId="{2C723B53-4BC1-4A06-9621-4159CAF38B9E}" dt="2026-05-19T23:22:20.449" v="119" actId="478"/>
          <ac:spMkLst>
            <pc:docMk/>
            <pc:sldMk cId="757775347" sldId="265"/>
            <ac:spMk id="3" creationId="{5203E376-2F77-CA9F-C65A-9EE432A68E6B}"/>
          </ac:spMkLst>
        </pc:spChg>
      </pc:sldChg>
      <pc:sldChg chg="new del">
        <pc:chgData name="Anne Calinger" userId="d78e2b3d1245ea36" providerId="LiveId" clId="{2C723B53-4BC1-4A06-9621-4159CAF38B9E}" dt="2026-05-20T00:25:34.648" v="1457" actId="47"/>
        <pc:sldMkLst>
          <pc:docMk/>
          <pc:sldMk cId="1561433616" sldId="266"/>
        </pc:sldMkLst>
      </pc:sldChg>
      <pc:sldChg chg="addSp delSp modSp new mod ord">
        <pc:chgData name="Anne Calinger" userId="d78e2b3d1245ea36" providerId="LiveId" clId="{2C723B53-4BC1-4A06-9621-4159CAF38B9E}" dt="2026-05-20T00:25:01.144" v="1441" actId="255"/>
        <pc:sldMkLst>
          <pc:docMk/>
          <pc:sldMk cId="1373558345" sldId="267"/>
        </pc:sldMkLst>
        <pc:spChg chg="mod">
          <ac:chgData name="Anne Calinger" userId="d78e2b3d1245ea36" providerId="LiveId" clId="{2C723B53-4BC1-4A06-9621-4159CAF38B9E}" dt="2026-05-20T00:24:27.633" v="1418" actId="255"/>
          <ac:spMkLst>
            <pc:docMk/>
            <pc:sldMk cId="1373558345" sldId="267"/>
            <ac:spMk id="2" creationId="{50ED9EF3-2051-C8F0-0C51-543756FF4BAA}"/>
          </ac:spMkLst>
        </pc:spChg>
        <pc:spChg chg="del">
          <ac:chgData name="Anne Calinger" userId="d78e2b3d1245ea36" providerId="LiveId" clId="{2C723B53-4BC1-4A06-9621-4159CAF38B9E}" dt="2026-05-19T23:46:54.388" v="747"/>
          <ac:spMkLst>
            <pc:docMk/>
            <pc:sldMk cId="1373558345" sldId="267"/>
            <ac:spMk id="3" creationId="{81A3182B-7850-8B90-CFAC-149B566824A0}"/>
          </ac:spMkLst>
        </pc:spChg>
        <pc:spChg chg="add mod">
          <ac:chgData name="Anne Calinger" userId="d78e2b3d1245ea36" providerId="LiveId" clId="{2C723B53-4BC1-4A06-9621-4159CAF38B9E}" dt="2026-05-20T00:25:01.144" v="1441" actId="255"/>
          <ac:spMkLst>
            <pc:docMk/>
            <pc:sldMk cId="1373558345" sldId="267"/>
            <ac:spMk id="6" creationId="{59F33F70-5490-1C3B-A59B-A35BA73A868C}"/>
          </ac:spMkLst>
        </pc:spChg>
        <pc:spChg chg="add del mod">
          <ac:chgData name="Anne Calinger" userId="d78e2b3d1245ea36" providerId="LiveId" clId="{2C723B53-4BC1-4A06-9621-4159CAF38B9E}" dt="2026-05-20T00:24:30.534" v="1419" actId="478"/>
          <ac:spMkLst>
            <pc:docMk/>
            <pc:sldMk cId="1373558345" sldId="267"/>
            <ac:spMk id="14" creationId="{867CEDA3-6A48-C075-1B55-6B143248381A}"/>
          </ac:spMkLst>
        </pc:spChg>
        <pc:picChg chg="add mod">
          <ac:chgData name="Anne Calinger" userId="d78e2b3d1245ea36" providerId="LiveId" clId="{2C723B53-4BC1-4A06-9621-4159CAF38B9E}" dt="2026-05-20T00:23:03.458" v="1289" actId="1076"/>
          <ac:picMkLst>
            <pc:docMk/>
            <pc:sldMk cId="1373558345" sldId="267"/>
            <ac:picMk id="4" creationId="{9EB364E0-2250-3BC7-A74B-BC0945AA25D9}"/>
          </ac:picMkLst>
        </pc:picChg>
        <pc:cxnChg chg="add mod">
          <ac:chgData name="Anne Calinger" userId="d78e2b3d1245ea36" providerId="LiveId" clId="{2C723B53-4BC1-4A06-9621-4159CAF38B9E}" dt="2026-05-20T00:23:31.822" v="1293" actId="14100"/>
          <ac:cxnSpMkLst>
            <pc:docMk/>
            <pc:sldMk cId="1373558345" sldId="267"/>
            <ac:cxnSpMk id="5" creationId="{E7B3ABFD-7CB0-41DB-16DB-9AA7F121D3FA}"/>
          </ac:cxnSpMkLst>
        </pc:cxnChg>
      </pc:sldChg>
      <pc:sldChg chg="modSp add mod">
        <pc:chgData name="Anne Calinger" userId="d78e2b3d1245ea36" providerId="LiveId" clId="{2C723B53-4BC1-4A06-9621-4159CAF38B9E}" dt="2026-05-20T00:27:58.822" v="1738" actId="207"/>
        <pc:sldMkLst>
          <pc:docMk/>
          <pc:sldMk cId="3641295145" sldId="268"/>
        </pc:sldMkLst>
        <pc:spChg chg="mod">
          <ac:chgData name="Anne Calinger" userId="d78e2b3d1245ea36" providerId="LiveId" clId="{2C723B53-4BC1-4A06-9621-4159CAF38B9E}" dt="2026-05-20T00:27:58.822" v="1738" actId="207"/>
          <ac:spMkLst>
            <pc:docMk/>
            <pc:sldMk cId="3641295145" sldId="268"/>
            <ac:spMk id="2" creationId="{117020D0-AE50-FC31-EE7A-4CC9E1BAE84C}"/>
          </ac:spMkLst>
        </pc:spChg>
      </pc:sldChg>
      <pc:sldChg chg="add del">
        <pc:chgData name="Anne Calinger" userId="d78e2b3d1245ea36" providerId="LiveId" clId="{2C723B53-4BC1-4A06-9621-4159CAF38B9E}" dt="2026-05-19T23:53:40.620" v="849" actId="47"/>
        <pc:sldMkLst>
          <pc:docMk/>
          <pc:sldMk cId="2809389277" sldId="269"/>
        </pc:sldMkLst>
      </pc:sldChg>
      <pc:sldChg chg="modSp add mod">
        <pc:chgData name="Anne Calinger" userId="d78e2b3d1245ea36" providerId="LiveId" clId="{2C723B53-4BC1-4A06-9621-4159CAF38B9E}" dt="2026-05-19T23:58:44.377" v="883" actId="255"/>
        <pc:sldMkLst>
          <pc:docMk/>
          <pc:sldMk cId="17130403" sldId="270"/>
        </pc:sldMkLst>
        <pc:spChg chg="mod">
          <ac:chgData name="Anne Calinger" userId="d78e2b3d1245ea36" providerId="LiveId" clId="{2C723B53-4BC1-4A06-9621-4159CAF38B9E}" dt="2026-05-19T23:54:07.033" v="874" actId="20577"/>
          <ac:spMkLst>
            <pc:docMk/>
            <pc:sldMk cId="17130403" sldId="270"/>
            <ac:spMk id="6" creationId="{F6F469FF-E0E3-E913-5624-5BF1D97BF352}"/>
          </ac:spMkLst>
        </pc:spChg>
        <pc:spChg chg="mod">
          <ac:chgData name="Anne Calinger" userId="d78e2b3d1245ea36" providerId="LiveId" clId="{2C723B53-4BC1-4A06-9621-4159CAF38B9E}" dt="2026-05-19T23:58:44.377" v="883" actId="255"/>
          <ac:spMkLst>
            <pc:docMk/>
            <pc:sldMk cId="17130403" sldId="270"/>
            <ac:spMk id="7" creationId="{137A40E9-53A4-900B-5B0D-3BE977555123}"/>
          </ac:spMkLst>
        </pc:spChg>
        <pc:spChg chg="mod">
          <ac:chgData name="Anne Calinger" userId="d78e2b3d1245ea36" providerId="LiveId" clId="{2C723B53-4BC1-4A06-9621-4159CAF38B9E}" dt="2026-05-19T23:58:40.344" v="882" actId="1076"/>
          <ac:spMkLst>
            <pc:docMk/>
            <pc:sldMk cId="17130403" sldId="270"/>
            <ac:spMk id="15" creationId="{D8F1457B-EA8B-AA03-F86B-CAF29BBAEC5C}"/>
          </ac:spMkLst>
        </pc:spChg>
      </pc:sldChg>
      <pc:sldChg chg="addSp modSp add mod">
        <pc:chgData name="Anne Calinger" userId="d78e2b3d1245ea36" providerId="LiveId" clId="{2C723B53-4BC1-4A06-9621-4159CAF38B9E}" dt="2026-05-20T00:05:10.668" v="928"/>
        <pc:sldMkLst>
          <pc:docMk/>
          <pc:sldMk cId="4099983897" sldId="271"/>
        </pc:sldMkLst>
        <pc:spChg chg="mod">
          <ac:chgData name="Anne Calinger" userId="d78e2b3d1245ea36" providerId="LiveId" clId="{2C723B53-4BC1-4A06-9621-4159CAF38B9E}" dt="2026-05-20T00:02:36.309" v="910" actId="113"/>
          <ac:spMkLst>
            <pc:docMk/>
            <pc:sldMk cId="4099983897" sldId="271"/>
            <ac:spMk id="6" creationId="{D573781C-82B3-8F7B-6EBA-09BE0C8C0A8A}"/>
          </ac:spMkLst>
        </pc:spChg>
        <pc:spChg chg="add mod">
          <ac:chgData name="Anne Calinger" userId="d78e2b3d1245ea36" providerId="LiveId" clId="{2C723B53-4BC1-4A06-9621-4159CAF38B9E}" dt="2026-05-20T00:05:10.668" v="928"/>
          <ac:spMkLst>
            <pc:docMk/>
            <pc:sldMk cId="4099983897" sldId="271"/>
            <ac:spMk id="7" creationId="{3778E62E-9BB4-C7C2-7391-E4CB09383CD9}"/>
          </ac:spMkLst>
        </pc:spChg>
        <pc:spChg chg="mod">
          <ac:chgData name="Anne Calinger" userId="d78e2b3d1245ea36" providerId="LiveId" clId="{2C723B53-4BC1-4A06-9621-4159CAF38B9E}" dt="2026-05-20T00:03:07.750" v="913" actId="1076"/>
          <ac:spMkLst>
            <pc:docMk/>
            <pc:sldMk cId="4099983897" sldId="271"/>
            <ac:spMk id="10" creationId="{CACD695F-CD18-5415-690B-B848F27E8E0D}"/>
          </ac:spMkLst>
        </pc:spChg>
        <pc:cxnChg chg="add mod">
          <ac:chgData name="Anne Calinger" userId="d78e2b3d1245ea36" providerId="LiveId" clId="{2C723B53-4BC1-4A06-9621-4159CAF38B9E}" dt="2026-05-20T00:05:10.668" v="928"/>
          <ac:cxnSpMkLst>
            <pc:docMk/>
            <pc:sldMk cId="4099983897" sldId="271"/>
            <ac:cxnSpMk id="9" creationId="{572B5BCA-D18A-C256-02A0-1151CD00D704}"/>
          </ac:cxnSpMkLst>
        </pc:cxnChg>
        <pc:cxnChg chg="mod">
          <ac:chgData name="Anne Calinger" userId="d78e2b3d1245ea36" providerId="LiveId" clId="{2C723B53-4BC1-4A06-9621-4159CAF38B9E}" dt="2026-05-20T00:02:26.422" v="906" actId="14100"/>
          <ac:cxnSpMkLst>
            <pc:docMk/>
            <pc:sldMk cId="4099983897" sldId="271"/>
            <ac:cxnSpMk id="20" creationId="{6C822679-EC2E-4704-E914-B5B7A8607DFF}"/>
          </ac:cxnSpMkLst>
        </pc:cxnChg>
      </pc:sldChg>
      <pc:sldChg chg="add">
        <pc:chgData name="Anne Calinger" userId="d78e2b3d1245ea36" providerId="LiveId" clId="{2C723B53-4BC1-4A06-9621-4159CAF38B9E}" dt="2026-05-19T23:52:18.675" v="816"/>
        <pc:sldMkLst>
          <pc:docMk/>
          <pc:sldMk cId="173553885" sldId="272"/>
        </pc:sldMkLst>
      </pc:sldChg>
      <pc:sldChg chg="modSp add mod">
        <pc:chgData name="Anne Calinger" userId="d78e2b3d1245ea36" providerId="LiveId" clId="{2C723B53-4BC1-4A06-9621-4159CAF38B9E}" dt="2026-05-20T00:06:49.680" v="990" actId="14100"/>
        <pc:sldMkLst>
          <pc:docMk/>
          <pc:sldMk cId="2110947538" sldId="273"/>
        </pc:sldMkLst>
        <pc:spChg chg="mod">
          <ac:chgData name="Anne Calinger" userId="d78e2b3d1245ea36" providerId="LiveId" clId="{2C723B53-4BC1-4A06-9621-4159CAF38B9E}" dt="2026-05-20T00:06:42.311" v="989" actId="20577"/>
          <ac:spMkLst>
            <pc:docMk/>
            <pc:sldMk cId="2110947538" sldId="273"/>
            <ac:spMk id="8" creationId="{17D62CC3-A7BA-3B5F-0F81-942C16088214}"/>
          </ac:spMkLst>
        </pc:spChg>
        <pc:spChg chg="mod">
          <ac:chgData name="Anne Calinger" userId="d78e2b3d1245ea36" providerId="LiveId" clId="{2C723B53-4BC1-4A06-9621-4159CAF38B9E}" dt="2026-05-20T00:05:53.531" v="929" actId="1076"/>
          <ac:spMkLst>
            <pc:docMk/>
            <pc:sldMk cId="2110947538" sldId="273"/>
            <ac:spMk id="10" creationId="{37F0AB45-4C2A-1866-F1FA-6C399E58AAEE}"/>
          </ac:spMkLst>
        </pc:spChg>
        <pc:spChg chg="mod">
          <ac:chgData name="Anne Calinger" userId="d78e2b3d1245ea36" providerId="LiveId" clId="{2C723B53-4BC1-4A06-9621-4159CAF38B9E}" dt="2026-05-20T00:06:15.720" v="936" actId="1076"/>
          <ac:spMkLst>
            <pc:docMk/>
            <pc:sldMk cId="2110947538" sldId="273"/>
            <ac:spMk id="16" creationId="{F7ABE35C-9A9F-C533-9258-4D2342A6FC84}"/>
          </ac:spMkLst>
        </pc:spChg>
        <pc:spChg chg="mod">
          <ac:chgData name="Anne Calinger" userId="d78e2b3d1245ea36" providerId="LiveId" clId="{2C723B53-4BC1-4A06-9621-4159CAF38B9E}" dt="2026-05-20T00:06:07.017" v="933" actId="1076"/>
          <ac:spMkLst>
            <pc:docMk/>
            <pc:sldMk cId="2110947538" sldId="273"/>
            <ac:spMk id="17" creationId="{26030EC6-600F-F8B0-BA8A-3EBE2A8373CA}"/>
          </ac:spMkLst>
        </pc:spChg>
        <pc:cxnChg chg="mod">
          <ac:chgData name="Anne Calinger" userId="d78e2b3d1245ea36" providerId="LiveId" clId="{2C723B53-4BC1-4A06-9621-4159CAF38B9E}" dt="2026-05-20T00:06:11.542" v="934" actId="1076"/>
          <ac:cxnSpMkLst>
            <pc:docMk/>
            <pc:sldMk cId="2110947538" sldId="273"/>
            <ac:cxnSpMk id="9" creationId="{7AE9980F-18F4-B48A-4EB6-C652C41EF091}"/>
          </ac:cxnSpMkLst>
        </pc:cxnChg>
        <pc:cxnChg chg="mod">
          <ac:chgData name="Anne Calinger" userId="d78e2b3d1245ea36" providerId="LiveId" clId="{2C723B53-4BC1-4A06-9621-4159CAF38B9E}" dt="2026-05-20T00:06:49.680" v="990" actId="14100"/>
          <ac:cxnSpMkLst>
            <pc:docMk/>
            <pc:sldMk cId="2110947538" sldId="273"/>
            <ac:cxnSpMk id="12" creationId="{34067832-29DF-E001-9B84-8F16DE0880D3}"/>
          </ac:cxnSpMkLst>
        </pc:cxnChg>
        <pc:cxnChg chg="mod">
          <ac:chgData name="Anne Calinger" userId="d78e2b3d1245ea36" providerId="LiveId" clId="{2C723B53-4BC1-4A06-9621-4159CAF38B9E}" dt="2026-05-20T00:06:04.878" v="932" actId="1076"/>
          <ac:cxnSpMkLst>
            <pc:docMk/>
            <pc:sldMk cId="2110947538" sldId="273"/>
            <ac:cxnSpMk id="20" creationId="{CA02EE90-E214-5F0A-C6CA-74DAE485D4E5}"/>
          </ac:cxnSpMkLst>
        </pc:cxnChg>
      </pc:sldChg>
      <pc:sldChg chg="modSp add mod">
        <pc:chgData name="Anne Calinger" userId="d78e2b3d1245ea36" providerId="LiveId" clId="{2C723B53-4BC1-4A06-9621-4159CAF38B9E}" dt="2026-05-20T00:28:07.747" v="1742" actId="207"/>
        <pc:sldMkLst>
          <pc:docMk/>
          <pc:sldMk cId="2831271216" sldId="274"/>
        </pc:sldMkLst>
        <pc:spChg chg="mod">
          <ac:chgData name="Anne Calinger" userId="d78e2b3d1245ea36" providerId="LiveId" clId="{2C723B53-4BC1-4A06-9621-4159CAF38B9E}" dt="2026-05-20T00:28:07.747" v="1742" actId="207"/>
          <ac:spMkLst>
            <pc:docMk/>
            <pc:sldMk cId="2831271216" sldId="274"/>
            <ac:spMk id="2" creationId="{726096BB-4821-A314-5890-BAF67F08D1E7}"/>
          </ac:spMkLst>
        </pc:spChg>
      </pc:sldChg>
      <pc:sldChg chg="modSp add mod">
        <pc:chgData name="Anne Calinger" userId="d78e2b3d1245ea36" providerId="LiveId" clId="{2C723B53-4BC1-4A06-9621-4159CAF38B9E}" dt="2026-05-20T00:10:48.905" v="1039"/>
        <pc:sldMkLst>
          <pc:docMk/>
          <pc:sldMk cId="1778281120" sldId="275"/>
        </pc:sldMkLst>
        <pc:spChg chg="mod">
          <ac:chgData name="Anne Calinger" userId="d78e2b3d1245ea36" providerId="LiveId" clId="{2C723B53-4BC1-4A06-9621-4159CAF38B9E}" dt="2026-05-20T00:10:24.154" v="1037" actId="20577"/>
          <ac:spMkLst>
            <pc:docMk/>
            <pc:sldMk cId="1778281120" sldId="275"/>
            <ac:spMk id="6" creationId="{64A49935-31E8-FFD8-A75E-44C1ADC60DC8}"/>
          </ac:spMkLst>
        </pc:spChg>
        <pc:spChg chg="mod">
          <ac:chgData name="Anne Calinger" userId="d78e2b3d1245ea36" providerId="LiveId" clId="{2C723B53-4BC1-4A06-9621-4159CAF38B9E}" dt="2026-05-20T00:10:36.855" v="1038"/>
          <ac:spMkLst>
            <pc:docMk/>
            <pc:sldMk cId="1778281120" sldId="275"/>
            <ac:spMk id="7" creationId="{8BC5F84E-4B54-7448-4A8B-A8B780937378}"/>
          </ac:spMkLst>
        </pc:spChg>
        <pc:spChg chg="mod">
          <ac:chgData name="Anne Calinger" userId="d78e2b3d1245ea36" providerId="LiveId" clId="{2C723B53-4BC1-4A06-9621-4159CAF38B9E}" dt="2026-05-20T00:10:48.905" v="1039"/>
          <ac:spMkLst>
            <pc:docMk/>
            <pc:sldMk cId="1778281120" sldId="275"/>
            <ac:spMk id="15" creationId="{871D56C3-E5C0-9815-532E-68717CD7EE50}"/>
          </ac:spMkLst>
        </pc:spChg>
      </pc:sldChg>
      <pc:sldChg chg="modSp add mod">
        <pc:chgData name="Anne Calinger" userId="d78e2b3d1245ea36" providerId="LiveId" clId="{2C723B53-4BC1-4A06-9621-4159CAF38B9E}" dt="2026-05-20T00:18:03.729" v="1107" actId="113"/>
        <pc:sldMkLst>
          <pc:docMk/>
          <pc:sldMk cId="2333942774" sldId="276"/>
        </pc:sldMkLst>
        <pc:spChg chg="mod">
          <ac:chgData name="Anne Calinger" userId="d78e2b3d1245ea36" providerId="LiveId" clId="{2C723B53-4BC1-4A06-9621-4159CAF38B9E}" dt="2026-05-20T00:18:03.729" v="1107" actId="113"/>
          <ac:spMkLst>
            <pc:docMk/>
            <pc:sldMk cId="2333942774" sldId="276"/>
            <ac:spMk id="6" creationId="{1DB2C20E-5F7F-AECA-3235-508403C442D1}"/>
          </ac:spMkLst>
        </pc:spChg>
        <pc:spChg chg="mod">
          <ac:chgData name="Anne Calinger" userId="d78e2b3d1245ea36" providerId="LiveId" clId="{2C723B53-4BC1-4A06-9621-4159CAF38B9E}" dt="2026-05-20T00:12:25.453" v="1047"/>
          <ac:spMkLst>
            <pc:docMk/>
            <pc:sldMk cId="2333942774" sldId="276"/>
            <ac:spMk id="7" creationId="{B533181D-78D4-6861-E4AF-5BAB18045990}"/>
          </ac:spMkLst>
        </pc:spChg>
        <pc:spChg chg="mod">
          <ac:chgData name="Anne Calinger" userId="d78e2b3d1245ea36" providerId="LiveId" clId="{2C723B53-4BC1-4A06-9621-4159CAF38B9E}" dt="2026-05-20T00:12:11.839" v="1046"/>
          <ac:spMkLst>
            <pc:docMk/>
            <pc:sldMk cId="2333942774" sldId="276"/>
            <ac:spMk id="10" creationId="{D30B3153-B296-1A67-A933-FF3994EF2CB9}"/>
          </ac:spMkLst>
        </pc:spChg>
      </pc:sldChg>
      <pc:sldChg chg="delSp add mod">
        <pc:chgData name="Anne Calinger" userId="d78e2b3d1245ea36" providerId="LiveId" clId="{2C723B53-4BC1-4A06-9621-4159CAF38B9E}" dt="2026-05-20T00:12:43.525" v="1048" actId="478"/>
        <pc:sldMkLst>
          <pc:docMk/>
          <pc:sldMk cId="845474463" sldId="277"/>
        </pc:sldMkLst>
        <pc:spChg chg="del">
          <ac:chgData name="Anne Calinger" userId="d78e2b3d1245ea36" providerId="LiveId" clId="{2C723B53-4BC1-4A06-9621-4159CAF38B9E}" dt="2026-05-20T00:12:43.525" v="1048" actId="478"/>
          <ac:spMkLst>
            <pc:docMk/>
            <pc:sldMk cId="845474463" sldId="277"/>
            <ac:spMk id="2" creationId="{55577875-1CE8-469C-7350-5A5ABE029B10}"/>
          </ac:spMkLst>
        </pc:spChg>
      </pc:sldChg>
      <pc:sldChg chg="modSp add mod">
        <pc:chgData name="Anne Calinger" userId="d78e2b3d1245ea36" providerId="LiveId" clId="{2C723B53-4BC1-4A06-9621-4159CAF38B9E}" dt="2026-05-20T00:21:17.658" v="1191" actId="6549"/>
        <pc:sldMkLst>
          <pc:docMk/>
          <pc:sldMk cId="787145510" sldId="278"/>
        </pc:sldMkLst>
        <pc:spChg chg="mod">
          <ac:chgData name="Anne Calinger" userId="d78e2b3d1245ea36" providerId="LiveId" clId="{2C723B53-4BC1-4A06-9621-4159CAF38B9E}" dt="2026-05-20T00:21:17.658" v="1191" actId="6549"/>
          <ac:spMkLst>
            <pc:docMk/>
            <pc:sldMk cId="787145510" sldId="278"/>
            <ac:spMk id="8" creationId="{AA600676-6D2C-309D-45C7-FF647FCE10B4}"/>
          </ac:spMkLst>
        </pc:spChg>
        <pc:spChg chg="mod">
          <ac:chgData name="Anne Calinger" userId="d78e2b3d1245ea36" providerId="LiveId" clId="{2C723B53-4BC1-4A06-9621-4159CAF38B9E}" dt="2026-05-20T00:12:53.569" v="1049" actId="1076"/>
          <ac:spMkLst>
            <pc:docMk/>
            <pc:sldMk cId="787145510" sldId="278"/>
            <ac:spMk id="10" creationId="{B7E87031-5B7D-E8A7-F383-3F9C7041A000}"/>
          </ac:spMkLst>
        </pc:spChg>
        <pc:spChg chg="mod">
          <ac:chgData name="Anne Calinger" userId="d78e2b3d1245ea36" providerId="LiveId" clId="{2C723B53-4BC1-4A06-9621-4159CAF38B9E}" dt="2026-05-20T00:13:19.175" v="1055" actId="1076"/>
          <ac:spMkLst>
            <pc:docMk/>
            <pc:sldMk cId="787145510" sldId="278"/>
            <ac:spMk id="16" creationId="{16039D8B-FC27-9497-8F40-0A453CA12498}"/>
          </ac:spMkLst>
        </pc:spChg>
        <pc:spChg chg="mod">
          <ac:chgData name="Anne Calinger" userId="d78e2b3d1245ea36" providerId="LiveId" clId="{2C723B53-4BC1-4A06-9621-4159CAF38B9E}" dt="2026-05-20T00:13:25.906" v="1057" actId="1076"/>
          <ac:spMkLst>
            <pc:docMk/>
            <pc:sldMk cId="787145510" sldId="278"/>
            <ac:spMk id="17" creationId="{09FC19E4-C613-6CE4-D225-49BC8EA0E5F5}"/>
          </ac:spMkLst>
        </pc:spChg>
        <pc:cxnChg chg="mod">
          <ac:chgData name="Anne Calinger" userId="d78e2b3d1245ea36" providerId="LiveId" clId="{2C723B53-4BC1-4A06-9621-4159CAF38B9E}" dt="2026-05-20T00:13:14.825" v="1054" actId="1076"/>
          <ac:cxnSpMkLst>
            <pc:docMk/>
            <pc:sldMk cId="787145510" sldId="278"/>
            <ac:cxnSpMk id="9" creationId="{C3BF0CB9-35CF-C70A-A257-5DAA8A574EDE}"/>
          </ac:cxnSpMkLst>
        </pc:cxnChg>
        <pc:cxnChg chg="mod">
          <ac:chgData name="Anne Calinger" userId="d78e2b3d1245ea36" providerId="LiveId" clId="{2C723B53-4BC1-4A06-9621-4159CAF38B9E}" dt="2026-05-20T00:13:08.506" v="1053" actId="14100"/>
          <ac:cxnSpMkLst>
            <pc:docMk/>
            <pc:sldMk cId="787145510" sldId="278"/>
            <ac:cxnSpMk id="12" creationId="{454D6E72-0283-5D1A-7E78-4014DEB15966}"/>
          </ac:cxnSpMkLst>
        </pc:cxnChg>
        <pc:cxnChg chg="mod">
          <ac:chgData name="Anne Calinger" userId="d78e2b3d1245ea36" providerId="LiveId" clId="{2C723B53-4BC1-4A06-9621-4159CAF38B9E}" dt="2026-05-20T00:13:22.697" v="1056" actId="1076"/>
          <ac:cxnSpMkLst>
            <pc:docMk/>
            <pc:sldMk cId="787145510" sldId="278"/>
            <ac:cxnSpMk id="20" creationId="{0E82C198-9D32-EDE1-B0E8-9E9820DED2E5}"/>
          </ac:cxnSpMkLst>
        </pc:cxnChg>
      </pc:sldChg>
      <pc:sldChg chg="modSp add mod">
        <pc:chgData name="Anne Calinger" userId="d78e2b3d1245ea36" providerId="LiveId" clId="{2C723B53-4BC1-4A06-9621-4159CAF38B9E}" dt="2026-05-20T00:28:37.700" v="1750" actId="207"/>
        <pc:sldMkLst>
          <pc:docMk/>
          <pc:sldMk cId="3893293983" sldId="279"/>
        </pc:sldMkLst>
        <pc:spChg chg="mod">
          <ac:chgData name="Anne Calinger" userId="d78e2b3d1245ea36" providerId="LiveId" clId="{2C723B53-4BC1-4A06-9621-4159CAF38B9E}" dt="2026-05-20T00:28:37.700" v="1750" actId="207"/>
          <ac:spMkLst>
            <pc:docMk/>
            <pc:sldMk cId="3893293983" sldId="279"/>
            <ac:spMk id="2" creationId="{AD1C2C10-E3B7-A8BE-6C57-53230B63E5A3}"/>
          </ac:spMkLst>
        </pc:spChg>
      </pc:sldChg>
      <pc:sldChg chg="modSp add mod">
        <pc:chgData name="Anne Calinger" userId="d78e2b3d1245ea36" providerId="LiveId" clId="{2C723B53-4BC1-4A06-9621-4159CAF38B9E}" dt="2026-05-20T00:16:41.006" v="1098"/>
        <pc:sldMkLst>
          <pc:docMk/>
          <pc:sldMk cId="1377719827" sldId="280"/>
        </pc:sldMkLst>
        <pc:spChg chg="mod">
          <ac:chgData name="Anne Calinger" userId="d78e2b3d1245ea36" providerId="LiveId" clId="{2C723B53-4BC1-4A06-9621-4159CAF38B9E}" dt="2026-05-20T00:15:44.189" v="1096" actId="20577"/>
          <ac:spMkLst>
            <pc:docMk/>
            <pc:sldMk cId="1377719827" sldId="280"/>
            <ac:spMk id="6" creationId="{EEAAF19C-4DE7-4CC9-87EE-A6694731EC2D}"/>
          </ac:spMkLst>
        </pc:spChg>
        <pc:spChg chg="mod">
          <ac:chgData name="Anne Calinger" userId="d78e2b3d1245ea36" providerId="LiveId" clId="{2C723B53-4BC1-4A06-9621-4159CAF38B9E}" dt="2026-05-20T00:16:28.526" v="1097"/>
          <ac:spMkLst>
            <pc:docMk/>
            <pc:sldMk cId="1377719827" sldId="280"/>
            <ac:spMk id="7" creationId="{D2751404-A93B-1834-5AF7-70A81C29210C}"/>
          </ac:spMkLst>
        </pc:spChg>
        <pc:spChg chg="mod">
          <ac:chgData name="Anne Calinger" userId="d78e2b3d1245ea36" providerId="LiveId" clId="{2C723B53-4BC1-4A06-9621-4159CAF38B9E}" dt="2026-05-20T00:16:41.006" v="1098"/>
          <ac:spMkLst>
            <pc:docMk/>
            <pc:sldMk cId="1377719827" sldId="280"/>
            <ac:spMk id="15" creationId="{4AD9C644-A63A-3B65-145D-15C0626C36B7}"/>
          </ac:spMkLst>
        </pc:spChg>
      </pc:sldChg>
      <pc:sldChg chg="modSp add mod ord">
        <pc:chgData name="Anne Calinger" userId="d78e2b3d1245ea36" providerId="LiveId" clId="{2C723B53-4BC1-4A06-9621-4159CAF38B9E}" dt="2026-05-20T00:28:24.301" v="1748" actId="20578"/>
        <pc:sldMkLst>
          <pc:docMk/>
          <pc:sldMk cId="2506177276" sldId="281"/>
        </pc:sldMkLst>
        <pc:spChg chg="mod">
          <ac:chgData name="Anne Calinger" userId="d78e2b3d1245ea36" providerId="LiveId" clId="{2C723B53-4BC1-4A06-9621-4159CAF38B9E}" dt="2026-05-20T00:18:53.575" v="1112" actId="113"/>
          <ac:spMkLst>
            <pc:docMk/>
            <pc:sldMk cId="2506177276" sldId="281"/>
            <ac:spMk id="6" creationId="{128E4A41-BF47-FE66-6E27-6D34588ECF67}"/>
          </ac:spMkLst>
        </pc:spChg>
        <pc:spChg chg="mod">
          <ac:chgData name="Anne Calinger" userId="d78e2b3d1245ea36" providerId="LiveId" clId="{2C723B53-4BC1-4A06-9621-4159CAF38B9E}" dt="2026-05-20T00:19:31.907" v="1115" actId="20577"/>
          <ac:spMkLst>
            <pc:docMk/>
            <pc:sldMk cId="2506177276" sldId="281"/>
            <ac:spMk id="7" creationId="{49E1EA03-A414-E337-4BEB-94161FB6AD75}"/>
          </ac:spMkLst>
        </pc:spChg>
        <pc:spChg chg="mod">
          <ac:chgData name="Anne Calinger" userId="d78e2b3d1245ea36" providerId="LiveId" clId="{2C723B53-4BC1-4A06-9621-4159CAF38B9E}" dt="2026-05-20T00:19:21.093" v="1113"/>
          <ac:spMkLst>
            <pc:docMk/>
            <pc:sldMk cId="2506177276" sldId="281"/>
            <ac:spMk id="10" creationId="{BAF24C1E-7B9A-6FC9-8A4D-3041F6B72B61}"/>
          </ac:spMkLst>
        </pc:spChg>
      </pc:sldChg>
      <pc:sldChg chg="add">
        <pc:chgData name="Anne Calinger" userId="d78e2b3d1245ea36" providerId="LiveId" clId="{2C723B53-4BC1-4A06-9621-4159CAF38B9E}" dt="2026-05-20T00:15:01.573" v="1058"/>
        <pc:sldMkLst>
          <pc:docMk/>
          <pc:sldMk cId="3235877652" sldId="282"/>
        </pc:sldMkLst>
      </pc:sldChg>
      <pc:sldChg chg="modSp add mod">
        <pc:chgData name="Anne Calinger" userId="d78e2b3d1245ea36" providerId="LiveId" clId="{2C723B53-4BC1-4A06-9621-4159CAF38B9E}" dt="2026-05-20T00:20:46.274" v="1145" actId="20577"/>
        <pc:sldMkLst>
          <pc:docMk/>
          <pc:sldMk cId="325021609" sldId="283"/>
        </pc:sldMkLst>
        <pc:spChg chg="mod">
          <ac:chgData name="Anne Calinger" userId="d78e2b3d1245ea36" providerId="LiveId" clId="{2C723B53-4BC1-4A06-9621-4159CAF38B9E}" dt="2026-05-20T00:20:46.274" v="1145" actId="20577"/>
          <ac:spMkLst>
            <pc:docMk/>
            <pc:sldMk cId="325021609" sldId="283"/>
            <ac:spMk id="8" creationId="{F868272D-70BF-B139-EB34-CB677296AC5B}"/>
          </ac:spMkLst>
        </pc:spChg>
        <pc:spChg chg="mod">
          <ac:chgData name="Anne Calinger" userId="d78e2b3d1245ea36" providerId="LiveId" clId="{2C723B53-4BC1-4A06-9621-4159CAF38B9E}" dt="2026-05-20T00:20:04.820" v="1116" actId="1076"/>
          <ac:spMkLst>
            <pc:docMk/>
            <pc:sldMk cId="325021609" sldId="283"/>
            <ac:spMk id="10" creationId="{1FB23552-59F8-C4F2-73EE-B4FB90E40614}"/>
          </ac:spMkLst>
        </pc:spChg>
        <pc:spChg chg="mod">
          <ac:chgData name="Anne Calinger" userId="d78e2b3d1245ea36" providerId="LiveId" clId="{2C723B53-4BC1-4A06-9621-4159CAF38B9E}" dt="2026-05-20T00:20:24.623" v="1123" actId="1076"/>
          <ac:spMkLst>
            <pc:docMk/>
            <pc:sldMk cId="325021609" sldId="283"/>
            <ac:spMk id="16" creationId="{B2B7BE7D-5E7E-79FF-D14F-0F7D13EA4F83}"/>
          </ac:spMkLst>
        </pc:spChg>
        <pc:spChg chg="mod">
          <ac:chgData name="Anne Calinger" userId="d78e2b3d1245ea36" providerId="LiveId" clId="{2C723B53-4BC1-4A06-9621-4159CAF38B9E}" dt="2026-05-20T00:20:35.825" v="1126" actId="1076"/>
          <ac:spMkLst>
            <pc:docMk/>
            <pc:sldMk cId="325021609" sldId="283"/>
            <ac:spMk id="17" creationId="{36B7397F-661E-5B27-3B4F-6F08A66A658E}"/>
          </ac:spMkLst>
        </pc:spChg>
        <pc:cxnChg chg="mod">
          <ac:chgData name="Anne Calinger" userId="d78e2b3d1245ea36" providerId="LiveId" clId="{2C723B53-4BC1-4A06-9621-4159CAF38B9E}" dt="2026-05-20T00:20:22.614" v="1122" actId="14100"/>
          <ac:cxnSpMkLst>
            <pc:docMk/>
            <pc:sldMk cId="325021609" sldId="283"/>
            <ac:cxnSpMk id="9" creationId="{1D86866F-F1FC-BB1C-6B08-B033F55BFA70}"/>
          </ac:cxnSpMkLst>
        </pc:cxnChg>
        <pc:cxnChg chg="mod">
          <ac:chgData name="Anne Calinger" userId="d78e2b3d1245ea36" providerId="LiveId" clId="{2C723B53-4BC1-4A06-9621-4159CAF38B9E}" dt="2026-05-20T00:20:16.205" v="1120" actId="14100"/>
          <ac:cxnSpMkLst>
            <pc:docMk/>
            <pc:sldMk cId="325021609" sldId="283"/>
            <ac:cxnSpMk id="12" creationId="{31869025-7AA7-1B9C-7909-BAE7C12CC7F6}"/>
          </ac:cxnSpMkLst>
        </pc:cxnChg>
        <pc:cxnChg chg="mod">
          <ac:chgData name="Anne Calinger" userId="d78e2b3d1245ea36" providerId="LiveId" clId="{2C723B53-4BC1-4A06-9621-4159CAF38B9E}" dt="2026-05-20T00:20:29.056" v="1124" actId="1076"/>
          <ac:cxnSpMkLst>
            <pc:docMk/>
            <pc:sldMk cId="325021609" sldId="283"/>
            <ac:cxnSpMk id="20" creationId="{751BBD7E-457B-66A1-723D-627DD45D632A}"/>
          </ac:cxnSpMkLst>
        </pc:cxnChg>
      </pc:sldChg>
      <pc:sldChg chg="new del">
        <pc:chgData name="Anne Calinger" userId="d78e2b3d1245ea36" providerId="LiveId" clId="{2C723B53-4BC1-4A06-9621-4159CAF38B9E}" dt="2026-05-20T00:25:33.320" v="1456" actId="47"/>
        <pc:sldMkLst>
          <pc:docMk/>
          <pc:sldMk cId="1270151010" sldId="284"/>
        </pc:sldMkLst>
      </pc:sldChg>
      <pc:sldChg chg="modSp add mod ord">
        <pc:chgData name="Anne Calinger" userId="d78e2b3d1245ea36" providerId="LiveId" clId="{2C723B53-4BC1-4A06-9621-4159CAF38B9E}" dt="2026-05-20T00:27:28.445" v="1729" actId="207"/>
        <pc:sldMkLst>
          <pc:docMk/>
          <pc:sldMk cId="3232191450" sldId="285"/>
        </pc:sldMkLst>
        <pc:spChg chg="mod">
          <ac:chgData name="Anne Calinger" userId="d78e2b3d1245ea36" providerId="LiveId" clId="{2C723B53-4BC1-4A06-9621-4159CAF38B9E}" dt="2026-05-20T00:27:28.445" v="1729" actId="207"/>
          <ac:spMkLst>
            <pc:docMk/>
            <pc:sldMk cId="3232191450" sldId="285"/>
            <ac:spMk id="2" creationId="{224E545F-1479-48CF-A453-57DD1BC84664}"/>
          </ac:spMkLst>
        </pc:spChg>
      </pc:sldChg>
      <pc:sldChg chg="add del">
        <pc:chgData name="Anne Calinger" userId="d78e2b3d1245ea36" providerId="LiveId" clId="{2C723B53-4BC1-4A06-9621-4159CAF38B9E}" dt="2026-05-20T00:25:30.654" v="1455" actId="47"/>
        <pc:sldMkLst>
          <pc:docMk/>
          <pc:sldMk cId="3369079925" sldId="286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0:04: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24575,'2'1'0,"0"0"0,-1-1 0,1 0 0,-1 1 0,1 0 0,-1 0 0,0-1 0,1 2 0,-1-1 0,0-1 0,1 1 0,1 2 0,3 2 0,34 25 0,-1 1 0,40 42 0,6 22 0,70 104 0,-112-140 0,38 54 0,40 72 0,-109-165 0,0 0 0,-1 1 0,-2-1 0,10 39 0,-16-42 0,1-1 0,1 0 0,1 0 0,0 0 0,17 26 0,-19-36 0,11 13 0,-2 1 0,-1 0 0,11 29 0,6 18 0,6 19 0,-25-41 0,-7-30 0,0 1 0,11 24 0,75 161 0,-82-183 0,-1-1 0,-1 1 0,-1 0 0,-1 0 0,0 34 0,-6 499 0,3-500 0,-1-32 0,-2 0 0,-8 29 0,-2 13 0,10-39 0,-14 87 0,8-81 0,-1 0 0,-25 47 0,-53 60 0,12-21 0,63-94 0,-2-1 0,-1 1 0,-27 24 0,30-32 0,-17 23 0,1 0 0,3 1 0,-21 41 0,37-60 0,3-2-237,0-1 0,1 1 0,2 0-1,-3 17 1,6-29 58,-1 7-6647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0:04:56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24575,'157'293'-27,"-98"-191"-483,8 15-1436,95 181 1475,-141-252 795,-3 1 0,17 68 1,9 100 1656,-26-134-1981,2 12 0,15 166 0,-18-114 0,9 47 0,-5-112 0,1 1 0,8 137 0,-24-159 0,4 103 0,-11 873 0,-1-999 0,-2 0 0,-1-1 0,-17 59 0,10-49 0,0-5 0,-1-1 0,-3-1 0,-21 39 0,10-21 0,7-15 0,9-21 0,1 1 0,1 0 0,1 0 0,-10 42 0,13-36 0,-1 0 0,-2-1 0,-1 0 0,-1 0 0,-1-1 0,-1-1 0,-17 26 0,14-25 0,1 1 0,-20 50 0,29-65 0,0 0 0,-1 0 0,-1-1 0,0 0 0,-15 18 0,13-18 0,1 1 0,-1 1 0,2-1 0,-8 16 0,-20 39 0,1-3 0,4-2 0,10-20 0,-28 76 0,44-103 0,0 1 0,-2-1 0,0-1 0,0 1 0,-2-1 0,-11 17 0,5-10-1365,0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0:04: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24575,'2'1'0,"0"0"0,-1-1 0,1 0 0,-1 1 0,1 0 0,-1 0 0,0-1 0,1 2 0,-1-1 0,0-1 0,1 1 0,1 2 0,3 2 0,34 25 0,-1 1 0,40 42 0,6 22 0,70 104 0,-112-140 0,38 54 0,40 72 0,-109-165 0,0 0 0,-1 1 0,-2-1 0,10 39 0,-16-42 0,1-1 0,1 0 0,1 0 0,0 0 0,17 26 0,-19-36 0,11 13 0,-2 1 0,-1 0 0,11 29 0,6 18 0,6 19 0,-25-41 0,-7-30 0,0 1 0,11 24 0,75 161 0,-82-183 0,-1-1 0,-1 1 0,-1 0 0,-1 0 0,0 34 0,-6 499 0,3-500 0,-1-32 0,-2 0 0,-8 29 0,-2 13 0,10-39 0,-14 87 0,8-81 0,-1 0 0,-25 47 0,-53 60 0,12-21 0,63-94 0,-2-1 0,-1 1 0,-27 24 0,30-32 0,-17 23 0,1 0 0,3 1 0,-21 41 0,37-60 0,3-2-237,0-1 0,1 1 0,2 0-1,-3 17 1,6-29 58,-1 7-6647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0:04:56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24575,'157'293'-27,"-98"-191"-483,8 15-1436,95 181 1475,-141-252 795,-3 1 0,17 68 1,9 100 1656,-26-134-1981,2 12 0,15 166 0,-18-114 0,9 47 0,-5-112 0,1 1 0,8 137 0,-24-159 0,4 103 0,-11 873 0,-1-999 0,-2 0 0,-1-1 0,-17 59 0,10-49 0,0-5 0,-1-1 0,-3-1 0,-21 39 0,10-21 0,7-15 0,9-21 0,1 1 0,1 0 0,1 0 0,-10 42 0,13-36 0,-1 0 0,-2-1 0,-1 0 0,-1 0 0,-1-1 0,-1-1 0,-17 26 0,14-25 0,1 1 0,-20 50 0,29-65 0,0 0 0,-1 0 0,-1-1 0,0 0 0,-15 18 0,13-18 0,1 1 0,-1 1 0,2-1 0,-8 16 0,-20 39 0,1-3 0,4-2 0,10-20 0,-28 76 0,44-103 0,0 1 0,-2-1 0,0-1 0,0 1 0,-2-1 0,-11 17 0,5-10-1365,0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0:04: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24575,'2'1'0,"0"0"0,-1-1 0,1 0 0,-1 1 0,1 0 0,-1 0 0,0-1 0,1 2 0,-1-1 0,0-1 0,1 1 0,1 2 0,3 2 0,34 25 0,-1 1 0,40 42 0,6 22 0,70 104 0,-112-140 0,38 54 0,40 72 0,-109-165 0,0 0 0,-1 1 0,-2-1 0,10 39 0,-16-42 0,1-1 0,1 0 0,1 0 0,0 0 0,17 26 0,-19-36 0,11 13 0,-2 1 0,-1 0 0,11 29 0,6 18 0,6 19 0,-25-41 0,-7-30 0,0 1 0,11 24 0,75 161 0,-82-183 0,-1-1 0,-1 1 0,-1 0 0,-1 0 0,0 34 0,-6 499 0,3-500 0,-1-32 0,-2 0 0,-8 29 0,-2 13 0,10-39 0,-14 87 0,8-81 0,-1 0 0,-25 47 0,-53 60 0,12-21 0,63-94 0,-2-1 0,-1 1 0,-27 24 0,30-32 0,-17 23 0,1 0 0,3 1 0,-21 41 0,37-60 0,3-2-237,0-1 0,1 1 0,2 0-1,-3 17 1,6-29 58,-1 7-6647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0:04:56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24575,'157'293'-27,"-98"-191"-483,8 15-1436,95 181 1475,-141-252 795,-3 1 0,17 68 1,9 100 1656,-26-134-1981,2 12 0,15 166 0,-18-114 0,9 47 0,-5-112 0,1 1 0,8 137 0,-24-159 0,4 103 0,-11 873 0,-1-999 0,-2 0 0,-1-1 0,-17 59 0,10-49 0,0-5 0,-1-1 0,-3-1 0,-21 39 0,10-21 0,7-15 0,9-21 0,1 1 0,1 0 0,1 0 0,-10 42 0,13-36 0,-1 0 0,-2-1 0,-1 0 0,-1 0 0,-1-1 0,-1-1 0,-17 26 0,14-25 0,1 1 0,-20 50 0,29-65 0,0 0 0,-1 0 0,-1-1 0,0 0 0,-15 18 0,13-18 0,1 1 0,-1 1 0,2-1 0,-8 16 0,-20 39 0,1-3 0,4-2 0,10-20 0,-28 76 0,44-103 0,0 1 0,-2-1 0,0-1 0,0 1 0,-2-1 0,-11 17 0,5-10-1365,0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0:04: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24575,'2'1'0,"0"0"0,-1-1 0,1 0 0,-1 1 0,1 0 0,-1 0 0,0-1 0,1 2 0,-1-1 0,0-1 0,1 1 0,1 2 0,3 2 0,34 25 0,-1 1 0,40 42 0,6 22 0,70 104 0,-112-140 0,38 54 0,40 72 0,-109-165 0,0 0 0,-1 1 0,-2-1 0,10 39 0,-16-42 0,1-1 0,1 0 0,1 0 0,0 0 0,17 26 0,-19-36 0,11 13 0,-2 1 0,-1 0 0,11 29 0,6 18 0,6 19 0,-25-41 0,-7-30 0,0 1 0,11 24 0,75 161 0,-82-183 0,-1-1 0,-1 1 0,-1 0 0,-1 0 0,0 34 0,-6 499 0,3-500 0,-1-32 0,-2 0 0,-8 29 0,-2 13 0,10-39 0,-14 87 0,8-81 0,-1 0 0,-25 47 0,-53 60 0,12-21 0,63-94 0,-2-1 0,-1 1 0,-27 24 0,30-32 0,-17 23 0,1 0 0,3 1 0,-21 41 0,37-60 0,3-2-237,0-1 0,1 1 0,2 0-1,-3 17 1,6-29 58,-1 7-6647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0:04:56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24575,'157'293'-27,"-98"-191"-483,8 15-1436,95 181 1475,-141-252 795,-3 1 0,17 68 1,9 100 1656,-26-134-1981,2 12 0,15 166 0,-18-114 0,9 47 0,-5-112 0,1 1 0,8 137 0,-24-159 0,4 103 0,-11 873 0,-1-999 0,-2 0 0,-1-1 0,-17 59 0,10-49 0,0-5 0,-1-1 0,-3-1 0,-21 39 0,10-21 0,7-15 0,9-21 0,1 1 0,1 0 0,1 0 0,-10 42 0,13-36 0,-1 0 0,-2-1 0,-1 0 0,-1 0 0,-1-1 0,-1-1 0,-17 26 0,14-25 0,1 1 0,-20 50 0,29-65 0,0 0 0,-1 0 0,-1-1 0,0 0 0,-15 18 0,13-18 0,1 1 0,-1 1 0,2-1 0,-8 16 0,-20 39 0,1-3 0,4-2 0,10-20 0,-28 76 0,44-103 0,0 1 0,-2-1 0,0-1 0,0 1 0,-2-1 0,-11 17 0,5-10-1365,0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050E-71BF-521F-13FD-FE607F259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E3138-80F7-58CD-6F87-9ACCDF523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FB190-4EDB-3B59-1517-0F6FB93A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CD239-615E-BA5F-4808-B1A3FB24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06B62-8A49-15A2-75E5-8FE6C997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1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531D-5857-408B-2B19-E5B931EFD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9613F-2DCB-33D5-A1A3-445A6C035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ADD63-0BF2-3A23-F60A-EF46A2E58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5F4A0-A362-AD4A-6871-0614832D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2D2F6-FB35-3D43-5847-15CA48C8F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2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69BB-1E94-A7FC-0038-B4AACA1DA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D66F-8D9A-6C8F-9B97-500456428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50E01-35F1-103A-DA79-2056CE7A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3AD0A-D1A0-BFE2-E12E-D597A63A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0D19E-9DB6-29BC-7BA6-DBAD9928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8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9A4F-5D5D-5867-F799-BBA510DE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A9CB-B4DC-59E4-6FE6-61A29EB15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452E7-4DC5-C5FC-487E-631A13B07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69421-1556-5A80-7855-5B08A4BC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976B2-1119-CC03-4543-9B0548EB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6805E-BEBF-F867-2D4B-6DE38F83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5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CAD9A-04AB-992B-5EFB-73658635E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B516D-CB48-96AA-ECDE-75A67359F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E6388-AC03-DE95-7096-812AC15D9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AEFD1-ADF1-A1AE-A650-7A1F66510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39AD97-5B2B-66CF-44CF-CD1FB7A84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6017A-62DE-A360-4F5C-3F258FB49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E1367-C73A-5E9E-5A99-2DC884F7A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46923B-05BE-942D-7CAD-61CE3D48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8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5F5D5-8B69-F1D8-5E6B-37DAFC22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CB5EE-5085-7EC3-7AAC-16F9208EE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B33752-D8AF-D44F-7CD0-050A6E270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22C66-6B15-6053-507B-E824A153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61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A8773-3461-EF78-01DF-857FDE39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B5BE10-8739-E4E1-FB50-FD5E6A8F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F5B33-31A5-C8C5-8EF3-ED51AA8B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6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DE70A-06A8-19B6-E736-883B4548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4C9B-850B-A807-3095-D2DA1BF16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ADC61-9E1B-EDDF-22F8-5D6F591CD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A21A2-4499-0C0B-CC0C-00EF3123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1EC6D-524D-A673-263E-39C67A4F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88CD4-E996-AD7F-7E48-BB5897E4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90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3870-31DB-4770-8440-61C3185A9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04EB85-C448-E761-35FA-36858CAA49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9F9CD-1518-9D3B-1836-9C7539AE3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A9A72-895C-42A0-92D1-172E2BA5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197D9-0F96-335D-3AD2-A4A84103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67BFA-6736-2692-72E6-C23CD9CBD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8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CCFA-7129-D8A1-66EA-7C3EE96B3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A0AB5-8FC9-3D51-10AB-FB473BF6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CB08B-C2D6-9A35-2253-475C87158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68D31-D0E8-EA92-2852-752B830B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9CE01-5586-D04E-7078-9D6D0C877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5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79E27-B7FD-152E-88B3-E16C141385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49F0A-B7B9-300B-6B0C-9413C6204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0429D-8DF7-0B5C-7CA1-B3D76EE55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5F53-B791-4168-95D5-926C8D0A3A2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45BE9-2333-7113-BB9E-372360172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AB57C-99B4-54B7-33CA-E39CE8C2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2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4634A-D993-0161-E9B8-DF8E9A97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11BD7-75EC-2335-72F4-6F23ADBEC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11D85-6886-B15D-A9E0-51A9CFAD1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25F53-B791-4168-95D5-926C8D0A3A2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60D0C-25B7-3DEE-2CB4-952269A0C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9FCA9-35E2-AD4F-B5F3-5247DB8FB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896CE-0503-4087-B17C-CB2B2C5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83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4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6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8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731EC-6F02-319D-CB9D-CFACB2D34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524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5 Freebies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Landing Page Content and Edits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523D1-2E34-0FAE-447F-54A16EE98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5176" y="4068382"/>
            <a:ext cx="4995672" cy="1655762"/>
          </a:xfrm>
        </p:spPr>
        <p:txBody>
          <a:bodyPr>
            <a:normAutofit fontScale="77500" lnSpcReduction="20000"/>
          </a:bodyPr>
          <a:lstStyle/>
          <a:p>
            <a:pPr marL="457200" indent="-457200" algn="l">
              <a:buAutoNum type="arabicPeriod"/>
            </a:pPr>
            <a:r>
              <a:rPr lang="en-US" dirty="0"/>
              <a:t>5 Micro Rituals to Come Back to Yourself</a:t>
            </a:r>
          </a:p>
          <a:p>
            <a:pPr marL="457200" indent="-457200" algn="l">
              <a:buAutoNum type="arabicPeriod"/>
            </a:pPr>
            <a:r>
              <a:rPr lang="en-US" dirty="0"/>
              <a:t>5 Simple Ways to Ground &amp; Reset</a:t>
            </a:r>
          </a:p>
          <a:p>
            <a:pPr marL="457200" indent="-457200" algn="l">
              <a:buAutoNum type="arabicPeriod"/>
            </a:pPr>
            <a:r>
              <a:rPr lang="en-US" dirty="0"/>
              <a:t>Living More Intentionally</a:t>
            </a:r>
          </a:p>
          <a:p>
            <a:pPr marL="457200" indent="-457200" algn="l">
              <a:buAutoNum type="arabicPeriod"/>
            </a:pPr>
            <a:r>
              <a:rPr lang="en-US" dirty="0"/>
              <a:t>Working with the Moon</a:t>
            </a:r>
          </a:p>
          <a:p>
            <a:pPr marL="457200" indent="-457200" algn="l">
              <a:buAutoNum type="arabicPeriod"/>
            </a:pPr>
            <a:r>
              <a:rPr lang="en-US" dirty="0"/>
              <a:t>Crystal Cheat Sheet</a:t>
            </a:r>
          </a:p>
        </p:txBody>
      </p:sp>
    </p:spTree>
    <p:extLst>
      <p:ext uri="{BB962C8B-B14F-4D97-AF65-F5344CB8AC3E}">
        <p14:creationId xmlns:p14="http://schemas.microsoft.com/office/powerpoint/2010/main" val="126750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DA767-C24E-71E7-6DBC-DAC2B445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We need a popup confirmation that automatically pops up after they enter their info for each of these 5 freebies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1C44A-DD4F-8588-3C2E-9665C92AE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192" y="2239693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Thank you for being here.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Your guide should arrive in your inbox within the next few minutes.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don’t see it right away, check your promotions or spam folder just in case.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 hope these rituals offer a small moment to slow down and reconnect with yourself.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You’ll also find more free rituals, reflections, and intentional living resources at powerfulintention.com if you’d like to explore further.</a:t>
            </a:r>
          </a:p>
        </p:txBody>
      </p:sp>
    </p:spTree>
    <p:extLst>
      <p:ext uri="{BB962C8B-B14F-4D97-AF65-F5344CB8AC3E}">
        <p14:creationId xmlns:p14="http://schemas.microsoft.com/office/powerpoint/2010/main" val="333810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737C1-D2F5-F715-CA9E-D7F07C0C4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E545F-1479-48CF-A453-57DD1BC8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64" y="2568829"/>
            <a:ext cx="954176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  <a:br>
              <a:rPr lang="en-US" dirty="0"/>
            </a:br>
            <a:br>
              <a:rPr lang="en-US" dirty="0"/>
            </a:br>
            <a:r>
              <a:rPr lang="en-US" dirty="0"/>
              <a:t>5 MICRO RITUALS</a:t>
            </a:r>
            <a:br>
              <a:rPr lang="en-US" dirty="0"/>
            </a:br>
            <a:r>
              <a:rPr lang="en-US" dirty="0"/>
              <a:t>***Just one more change to the original changes already made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Website Content Edits</a:t>
            </a:r>
          </a:p>
        </p:txBody>
      </p:sp>
    </p:spTree>
    <p:extLst>
      <p:ext uri="{BB962C8B-B14F-4D97-AF65-F5344CB8AC3E}">
        <p14:creationId xmlns:p14="http://schemas.microsoft.com/office/powerpoint/2010/main" val="323219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9EF3-2051-C8F0-0C51-543756FF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**Just one change, but this change must carry over to all of the other landing pages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B364E0-2250-3BC7-A74B-BC0945AA2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72" y="2321237"/>
            <a:ext cx="9134856" cy="336011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7B3ABFD-7CB0-41DB-16DB-9AA7F121D3FA}"/>
              </a:ext>
            </a:extLst>
          </p:cNvPr>
          <p:cNvCxnSpPr>
            <a:cxnSpLocks/>
          </p:cNvCxnSpPr>
          <p:nvPr/>
        </p:nvCxnSpPr>
        <p:spPr>
          <a:xfrm flipV="1">
            <a:off x="4087368" y="4160520"/>
            <a:ext cx="704088" cy="1703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9F33F70-5490-1C3B-A59B-A35BA73A868C}"/>
              </a:ext>
            </a:extLst>
          </p:cNvPr>
          <p:cNvSpPr txBox="1"/>
          <p:nvPr/>
        </p:nvSpPr>
        <p:spPr>
          <a:xfrm>
            <a:off x="2505456" y="5846544"/>
            <a:ext cx="31638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Change title to:</a:t>
            </a:r>
          </a:p>
          <a:p>
            <a:pPr algn="ctr"/>
            <a:r>
              <a:rPr lang="en-US" dirty="0"/>
              <a:t>5 SIMPLE WAYS TO</a:t>
            </a:r>
            <a:br>
              <a:rPr lang="en-US" dirty="0"/>
            </a:br>
            <a:r>
              <a:rPr lang="en-US" dirty="0"/>
              <a:t>GROUND &amp; RESET</a:t>
            </a:r>
          </a:p>
        </p:txBody>
      </p:sp>
    </p:spTree>
    <p:extLst>
      <p:ext uri="{BB962C8B-B14F-4D97-AF65-F5344CB8AC3E}">
        <p14:creationId xmlns:p14="http://schemas.microsoft.com/office/powerpoint/2010/main" val="1373558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24CA6-4DF8-CCAC-AB05-894A5344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64" y="2550541"/>
            <a:ext cx="956767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  <a:br>
              <a:rPr lang="en-US" dirty="0">
                <a:solidFill>
                  <a:srgbClr val="FF0000"/>
                </a:solidFill>
              </a:rPr>
            </a:br>
            <a:br>
              <a:rPr lang="en-US" dirty="0"/>
            </a:br>
            <a:r>
              <a:rPr lang="en-US" dirty="0"/>
              <a:t>5 SIMPLE WAYS TO </a:t>
            </a:r>
            <a:br>
              <a:rPr lang="en-US" dirty="0"/>
            </a:br>
            <a:r>
              <a:rPr lang="en-US" dirty="0"/>
              <a:t>GROUND AND RESET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Website Content Edits</a:t>
            </a:r>
          </a:p>
        </p:txBody>
      </p:sp>
    </p:spTree>
    <p:extLst>
      <p:ext uri="{BB962C8B-B14F-4D97-AF65-F5344CB8AC3E}">
        <p14:creationId xmlns:p14="http://schemas.microsoft.com/office/powerpoint/2010/main" val="757775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60BAC-4D67-2C31-5BCB-B026A662F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95" y="1181495"/>
            <a:ext cx="8027886" cy="3285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2A02C8-8381-5707-FD1E-F09E6F7A20BE}"/>
              </a:ext>
            </a:extLst>
          </p:cNvPr>
          <p:cNvSpPr txBox="1"/>
          <p:nvPr/>
        </p:nvSpPr>
        <p:spPr>
          <a:xfrm>
            <a:off x="9621314" y="1717829"/>
            <a:ext cx="229331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Change to this guide’s title:</a:t>
            </a:r>
          </a:p>
          <a:p>
            <a:pPr algn="ctr"/>
            <a:r>
              <a:rPr lang="en-US" dirty="0"/>
              <a:t>5 SIMPLE WAYS TO</a:t>
            </a:r>
            <a:br>
              <a:rPr lang="en-US" dirty="0"/>
            </a:br>
            <a:r>
              <a:rPr lang="en-US" dirty="0"/>
              <a:t>GROUND AND RESET</a:t>
            </a:r>
          </a:p>
          <a:p>
            <a:pPr algn="ctr"/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41343B-3AA9-4F61-16F2-B010B45F3FC6}"/>
              </a:ext>
            </a:extLst>
          </p:cNvPr>
          <p:cNvSpPr txBox="1"/>
          <p:nvPr/>
        </p:nvSpPr>
        <p:spPr>
          <a:xfrm>
            <a:off x="7920858" y="4732958"/>
            <a:ext cx="3923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Small, practical rituals for everyday life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E484F-1DA1-2868-8E63-F9D8919412E0}"/>
              </a:ext>
            </a:extLst>
          </p:cNvPr>
          <p:cNvSpPr txBox="1"/>
          <p:nvPr/>
        </p:nvSpPr>
        <p:spPr>
          <a:xfrm>
            <a:off x="5632961" y="5936650"/>
            <a:ext cx="772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For the moments when everything feels a little overwhelming, overstimulating, or mentally loud.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DF4456-CD0C-29AB-3F3B-058C1B0B5282}"/>
              </a:ext>
            </a:extLst>
          </p:cNvPr>
          <p:cNvCxnSpPr>
            <a:cxnSpLocks/>
          </p:cNvCxnSpPr>
          <p:nvPr/>
        </p:nvCxnSpPr>
        <p:spPr>
          <a:xfrm flipH="1" flipV="1">
            <a:off x="5761295" y="3734282"/>
            <a:ext cx="1316161" cy="220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13421F4-A18D-011F-3011-15DEA70D7101}"/>
              </a:ext>
            </a:extLst>
          </p:cNvPr>
          <p:cNvSpPr txBox="1"/>
          <p:nvPr/>
        </p:nvSpPr>
        <p:spPr>
          <a:xfrm>
            <a:off x="5806440" y="212937"/>
            <a:ext cx="3209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Vini has instructions on where to place the logo and symbol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DC357E-02E8-EF17-A7C4-278E2F461630}"/>
              </a:ext>
            </a:extLst>
          </p:cNvPr>
          <p:cNvCxnSpPr/>
          <p:nvPr/>
        </p:nvCxnSpPr>
        <p:spPr>
          <a:xfrm flipH="1">
            <a:off x="5888736" y="843538"/>
            <a:ext cx="1188720" cy="436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CE3D21D-A795-1301-B34F-B6F0DD09F3B7}"/>
              </a:ext>
            </a:extLst>
          </p:cNvPr>
          <p:cNvCxnSpPr/>
          <p:nvPr/>
        </p:nvCxnSpPr>
        <p:spPr>
          <a:xfrm flipH="1">
            <a:off x="5806440" y="843538"/>
            <a:ext cx="1289304" cy="108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7B1005-2185-8AA4-101F-AC51D5C0D33D}"/>
              </a:ext>
            </a:extLst>
          </p:cNvPr>
          <p:cNvCxnSpPr/>
          <p:nvPr/>
        </p:nvCxnSpPr>
        <p:spPr>
          <a:xfrm flipH="1">
            <a:off x="6867144" y="2295144"/>
            <a:ext cx="2899970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5C9EF8-35CE-0731-14BF-983BC5758906}"/>
              </a:ext>
            </a:extLst>
          </p:cNvPr>
          <p:cNvCxnSpPr>
            <a:cxnSpLocks/>
          </p:cNvCxnSpPr>
          <p:nvPr/>
        </p:nvCxnSpPr>
        <p:spPr>
          <a:xfrm flipH="1" flipV="1">
            <a:off x="6254495" y="3468272"/>
            <a:ext cx="3227833" cy="1364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898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8CB88E-B786-E194-6578-18754FFA1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29" y="1292521"/>
            <a:ext cx="6952223" cy="4562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039B06-061D-9EA7-1410-2230409A1F0B}"/>
              </a:ext>
            </a:extLst>
          </p:cNvPr>
          <p:cNvSpPr txBox="1"/>
          <p:nvPr/>
        </p:nvSpPr>
        <p:spPr>
          <a:xfrm>
            <a:off x="8266270" y="1258794"/>
            <a:ext cx="349291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If you’ve been feeling mentally overwhelmed, overstimulated, or disconnected lately, this guide is for you.</a:t>
            </a:r>
          </a:p>
          <a:p>
            <a:endParaRPr lang="en-US" sz="1000" dirty="0"/>
          </a:p>
          <a:p>
            <a:r>
              <a:rPr lang="en-US" sz="1000" dirty="0"/>
              <a:t>Sometimes grounding yourself isn’t about completely changing your life overnight. It’s about creating small moments to pause, reset, and come back to yourself throughout everyday life.</a:t>
            </a:r>
          </a:p>
          <a:p>
            <a:endParaRPr lang="en-US" sz="1000" dirty="0"/>
          </a:p>
          <a:p>
            <a:r>
              <a:rPr lang="en-US" sz="1000" dirty="0"/>
              <a:t>This free guide includes </a:t>
            </a:r>
            <a:r>
              <a:rPr lang="en-US" sz="1000" b="1" dirty="0"/>
              <a:t>5 simple grounding resets </a:t>
            </a:r>
            <a:r>
              <a:rPr lang="en-US" sz="1000" dirty="0"/>
              <a:t>designed to help you slow down, reset your nervous system, and reconnect with yourself in gentle, practical ways.</a:t>
            </a:r>
          </a:p>
          <a:p>
            <a:endParaRPr lang="en-US" sz="1000" dirty="0"/>
          </a:p>
          <a:p>
            <a:r>
              <a:rPr lang="en-US" sz="1000" dirty="0"/>
              <a:t>No pressure. No perfection. Just small practices to help you feel a little more present, calm, and grounded.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2B9AB5-8B66-8930-1804-0F64342AAFE2}"/>
              </a:ext>
            </a:extLst>
          </p:cNvPr>
          <p:cNvSpPr txBox="1"/>
          <p:nvPr/>
        </p:nvSpPr>
        <p:spPr>
          <a:xfrm>
            <a:off x="8266270" y="4207249"/>
            <a:ext cx="32959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• A small pause to interrupt overwhelm and mental noise</a:t>
            </a:r>
            <a:br>
              <a:rPr lang="en-US" sz="1000" dirty="0"/>
            </a:br>
            <a:r>
              <a:rPr lang="en-US" sz="1000" dirty="0"/>
              <a:t>• A grounding reset to come back to your body</a:t>
            </a:r>
            <a:br>
              <a:rPr lang="en-US" sz="1000" dirty="0"/>
            </a:br>
            <a:r>
              <a:rPr lang="en-US" sz="1000" dirty="0"/>
              <a:t>• Simple ways to shift your environment and energy</a:t>
            </a:r>
            <a:br>
              <a:rPr lang="en-US" sz="1000" dirty="0"/>
            </a:br>
            <a:r>
              <a:rPr lang="en-US" sz="1000" dirty="0"/>
              <a:t>• A calming breath practice for overstimulating moments</a:t>
            </a:r>
            <a:br>
              <a:rPr lang="en-US" sz="1000" dirty="0"/>
            </a:br>
            <a:r>
              <a:rPr lang="en-US" sz="1000" dirty="0"/>
              <a:t>• Gentle reminders to slow down and stay present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39D6A73-55C8-525D-0F6C-63AE01C3DE06}"/>
                  </a:ext>
                </a:extLst>
              </p14:cNvPr>
              <p14:cNvContentPartPr/>
              <p14:nvPr/>
            </p14:nvContentPartPr>
            <p14:xfrm>
              <a:off x="5739259" y="4079507"/>
              <a:ext cx="381240" cy="1249161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39D6A73-55C8-525D-0F6C-63AE01C3DE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3139" y="4073387"/>
                <a:ext cx="393480" cy="1261401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743B3E-9D7F-09EB-F329-754BE750C2DC}"/>
              </a:ext>
            </a:extLst>
          </p:cNvPr>
          <p:cNvCxnSpPr>
            <a:cxnSpLocks/>
          </p:cNvCxnSpPr>
          <p:nvPr/>
        </p:nvCxnSpPr>
        <p:spPr>
          <a:xfrm flipH="1">
            <a:off x="6297283" y="4638136"/>
            <a:ext cx="1786013" cy="153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B8AEEF7-0D4C-EB0C-9FE6-754F7EB7ED35}"/>
                  </a:ext>
                </a:extLst>
              </p14:cNvPr>
              <p14:cNvContentPartPr/>
              <p14:nvPr/>
            </p14:nvContentPartPr>
            <p14:xfrm>
              <a:off x="5888977" y="1984123"/>
              <a:ext cx="276480" cy="1919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B8AEEF7-0D4C-EB0C-9FE6-754F7EB7ED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2857" y="1978003"/>
                <a:ext cx="288720" cy="1932120"/>
              </a:xfrm>
              <a:prstGeom prst="rect">
                <a:avLst/>
              </a:prstGeom>
            </p:spPr>
          </p:pic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678E0E-086F-8330-B78F-07DCDE8DB4BE}"/>
              </a:ext>
            </a:extLst>
          </p:cNvPr>
          <p:cNvCxnSpPr>
            <a:cxnSpLocks/>
          </p:cNvCxnSpPr>
          <p:nvPr/>
        </p:nvCxnSpPr>
        <p:spPr>
          <a:xfrm flipH="1">
            <a:off x="6297283" y="2378015"/>
            <a:ext cx="1786013" cy="439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46A9413-FFC9-338D-9B61-595D694F2049}"/>
              </a:ext>
            </a:extLst>
          </p:cNvPr>
          <p:cNvSpPr txBox="1"/>
          <p:nvPr/>
        </p:nvSpPr>
        <p:spPr>
          <a:xfrm>
            <a:off x="5640582" y="338191"/>
            <a:ext cx="134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Will this change?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8C4B04-36BA-1259-A24B-6A8B70623C1A}"/>
              </a:ext>
            </a:extLst>
          </p:cNvPr>
          <p:cNvCxnSpPr>
            <a:cxnSpLocks/>
          </p:cNvCxnSpPr>
          <p:nvPr/>
        </p:nvCxnSpPr>
        <p:spPr>
          <a:xfrm flipH="1">
            <a:off x="4279345" y="715461"/>
            <a:ext cx="1361237" cy="86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67843C1-30AD-9C4F-ABF4-0C4223967A72}"/>
              </a:ext>
            </a:extLst>
          </p:cNvPr>
          <p:cNvSpPr txBox="1"/>
          <p:nvPr/>
        </p:nvSpPr>
        <p:spPr>
          <a:xfrm>
            <a:off x="7952688" y="6084028"/>
            <a:ext cx="3923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guide also includes gentle reflections and intentional prompts if you feel like exploring a little deeper.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E3DB778-E6FE-7D06-4923-9DD7111AB29E}"/>
              </a:ext>
            </a:extLst>
          </p:cNvPr>
          <p:cNvCxnSpPr>
            <a:cxnSpLocks/>
          </p:cNvCxnSpPr>
          <p:nvPr/>
        </p:nvCxnSpPr>
        <p:spPr>
          <a:xfrm flipH="1" flipV="1">
            <a:off x="5739259" y="5554495"/>
            <a:ext cx="3285869" cy="505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60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215D-C16D-3A53-583D-1DD15BC5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A7179-D3AB-2BB2-0275-0A3B21474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89946"/>
            <a:ext cx="5209017" cy="1825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B2E798-AA09-1E72-A72B-BE4C34B0D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2256356"/>
            <a:ext cx="4242816" cy="16594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3723A2-C917-83BC-A117-033EB2667D45}"/>
              </a:ext>
            </a:extLst>
          </p:cNvPr>
          <p:cNvSpPr txBox="1"/>
          <p:nvPr/>
        </p:nvSpPr>
        <p:spPr>
          <a:xfrm>
            <a:off x="2010148" y="3991850"/>
            <a:ext cx="3092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Stays the same </a:t>
            </a:r>
          </a:p>
          <a:p>
            <a:r>
              <a:rPr lang="en-US" dirty="0"/>
              <a:t>(just different preview pics)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1504DA-C092-2241-1252-097A7B79CA1F}"/>
              </a:ext>
            </a:extLst>
          </p:cNvPr>
          <p:cNvSpPr txBox="1"/>
          <p:nvPr/>
        </p:nvSpPr>
        <p:spPr>
          <a:xfrm>
            <a:off x="7848602" y="3991850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Stays the same</a:t>
            </a:r>
          </a:p>
        </p:txBody>
      </p:sp>
    </p:spTree>
    <p:extLst>
      <p:ext uri="{BB962C8B-B14F-4D97-AF65-F5344CB8AC3E}">
        <p14:creationId xmlns:p14="http://schemas.microsoft.com/office/powerpoint/2010/main" val="161458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1056CC-0288-B7F9-5E68-5C60DDACC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2091748"/>
            <a:ext cx="9134856" cy="33601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B398D6-A064-1899-B16F-CCF9BA4C0D2A}"/>
              </a:ext>
            </a:extLst>
          </p:cNvPr>
          <p:cNvSpPr txBox="1"/>
          <p:nvPr/>
        </p:nvSpPr>
        <p:spPr>
          <a:xfrm>
            <a:off x="7990590" y="1252591"/>
            <a:ext cx="134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Will this change?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58D85B-0331-7548-5862-FDA833FD0022}"/>
              </a:ext>
            </a:extLst>
          </p:cNvPr>
          <p:cNvCxnSpPr>
            <a:cxnSpLocks/>
          </p:cNvCxnSpPr>
          <p:nvPr/>
        </p:nvCxnSpPr>
        <p:spPr>
          <a:xfrm flipH="1">
            <a:off x="6629353" y="1629861"/>
            <a:ext cx="1361237" cy="86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C4872E8-EAAF-EACC-8B3E-BDA170728BFB}"/>
              </a:ext>
            </a:extLst>
          </p:cNvPr>
          <p:cNvSpPr txBox="1"/>
          <p:nvPr/>
        </p:nvSpPr>
        <p:spPr>
          <a:xfrm>
            <a:off x="3264063" y="845141"/>
            <a:ext cx="2367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Since this landing page is for the simple ways to ground and reset, we need to swap this one to the Micro Rituals Guide.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41A0AE-F24A-745F-8D97-CA2C16BD8579}"/>
              </a:ext>
            </a:extLst>
          </p:cNvPr>
          <p:cNvCxnSpPr>
            <a:cxnSpLocks/>
          </p:cNvCxnSpPr>
          <p:nvPr/>
        </p:nvCxnSpPr>
        <p:spPr>
          <a:xfrm flipH="1" flipV="1">
            <a:off x="5440053" y="3930837"/>
            <a:ext cx="887595" cy="1811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ECCAA3E-8F0E-0ABB-C2DB-025B53F32EB3}"/>
              </a:ext>
            </a:extLst>
          </p:cNvPr>
          <p:cNvSpPr/>
          <p:nvPr/>
        </p:nvSpPr>
        <p:spPr>
          <a:xfrm>
            <a:off x="4187952" y="2688336"/>
            <a:ext cx="2057400" cy="22494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3B826C-4342-24B1-18E8-A35FAF3D0852}"/>
              </a:ext>
            </a:extLst>
          </p:cNvPr>
          <p:cNvCxnSpPr/>
          <p:nvPr/>
        </p:nvCxnSpPr>
        <p:spPr>
          <a:xfrm>
            <a:off x="4754880" y="1553027"/>
            <a:ext cx="91440" cy="1199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C1DC4F-4449-800C-8E2D-F71BD6D0DFA3}"/>
              </a:ext>
            </a:extLst>
          </p:cNvPr>
          <p:cNvSpPr txBox="1"/>
          <p:nvPr/>
        </p:nvSpPr>
        <p:spPr>
          <a:xfrm>
            <a:off x="4745736" y="5725284"/>
            <a:ext cx="3163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 MICRO RITUALS </a:t>
            </a:r>
          </a:p>
          <a:p>
            <a:pPr algn="ctr"/>
            <a:r>
              <a:rPr lang="en-US" dirty="0"/>
              <a:t>TO COME BACK TO YOURSELF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4DD11D-2708-0A2A-939C-8E6679EAFEBF}"/>
              </a:ext>
            </a:extLst>
          </p:cNvPr>
          <p:cNvSpPr txBox="1"/>
          <p:nvPr/>
        </p:nvSpPr>
        <p:spPr>
          <a:xfrm>
            <a:off x="2431959" y="5658916"/>
            <a:ext cx="2367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Simple rituals for slowing down, reconnecting with yourself, and bringing more presence into everyday life.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C39B7E-3D77-AE1C-8700-464EB28470A3}"/>
              </a:ext>
            </a:extLst>
          </p:cNvPr>
          <p:cNvCxnSpPr>
            <a:cxnSpLocks/>
          </p:cNvCxnSpPr>
          <p:nvPr/>
        </p:nvCxnSpPr>
        <p:spPr>
          <a:xfrm flipV="1">
            <a:off x="3803904" y="4279392"/>
            <a:ext cx="941832" cy="137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652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8AA5B-EAA6-E7B0-45E4-D8D32DB7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20D0-AE50-FC31-EE7A-4CC9E1BA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64" y="2568829"/>
            <a:ext cx="956767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LIVING MORE INTENTIONALLY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Website Content Edits</a:t>
            </a:r>
          </a:p>
        </p:txBody>
      </p:sp>
    </p:spTree>
    <p:extLst>
      <p:ext uri="{BB962C8B-B14F-4D97-AF65-F5344CB8AC3E}">
        <p14:creationId xmlns:p14="http://schemas.microsoft.com/office/powerpoint/2010/main" val="3641295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1C34E-6D76-DB8B-A0F5-487AAEC3E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F469FF-E0E3-E913-5624-5BF1D97BF352}"/>
              </a:ext>
            </a:extLst>
          </p:cNvPr>
          <p:cNvSpPr txBox="1"/>
          <p:nvPr/>
        </p:nvSpPr>
        <p:spPr>
          <a:xfrm>
            <a:off x="9621314" y="1717829"/>
            <a:ext cx="229331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Change to this guide’s title:</a:t>
            </a:r>
          </a:p>
          <a:p>
            <a:pPr algn="ctr"/>
            <a:r>
              <a:rPr lang="en-US" dirty="0"/>
              <a:t>LIVING MORE</a:t>
            </a:r>
          </a:p>
          <a:p>
            <a:pPr algn="ctr"/>
            <a:r>
              <a:rPr lang="en-US" dirty="0"/>
              <a:t>INTENTIONALLY</a:t>
            </a:r>
          </a:p>
          <a:p>
            <a:pPr algn="ctr"/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7A40E9-53A4-900B-5B0D-3BE977555123}"/>
              </a:ext>
            </a:extLst>
          </p:cNvPr>
          <p:cNvSpPr txBox="1"/>
          <p:nvPr/>
        </p:nvSpPr>
        <p:spPr>
          <a:xfrm>
            <a:off x="7580376" y="4732958"/>
            <a:ext cx="4652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Simple shifts to help you live with more intention every day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F1457B-EA8B-AA03-F86B-CAF29BBAEC5C}"/>
              </a:ext>
            </a:extLst>
          </p:cNvPr>
          <p:cNvSpPr txBox="1"/>
          <p:nvPr/>
        </p:nvSpPr>
        <p:spPr>
          <a:xfrm>
            <a:off x="4224529" y="5875962"/>
            <a:ext cx="7479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For the moments you want to slow down and live with a little more awareness.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87DA68-73C4-5291-67A9-D66B0DB07ED0}"/>
              </a:ext>
            </a:extLst>
          </p:cNvPr>
          <p:cNvCxnSpPr/>
          <p:nvPr/>
        </p:nvCxnSpPr>
        <p:spPr>
          <a:xfrm flipH="1" flipV="1">
            <a:off x="5716438" y="4531743"/>
            <a:ext cx="1963947" cy="1339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E34E9B5-3D3C-97F4-CC1C-124C28AA6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95" y="1181495"/>
            <a:ext cx="8027886" cy="3285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9D2388-CBE8-E3A1-6007-B4E46FDB7CF9}"/>
              </a:ext>
            </a:extLst>
          </p:cNvPr>
          <p:cNvSpPr txBox="1"/>
          <p:nvPr/>
        </p:nvSpPr>
        <p:spPr>
          <a:xfrm>
            <a:off x="5806440" y="212937"/>
            <a:ext cx="3209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Vini has instructions on where to place the logo and symbol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39DDAE-9468-F0E7-30B4-A2098D8CCAC6}"/>
              </a:ext>
            </a:extLst>
          </p:cNvPr>
          <p:cNvCxnSpPr/>
          <p:nvPr/>
        </p:nvCxnSpPr>
        <p:spPr>
          <a:xfrm flipH="1">
            <a:off x="5888736" y="843538"/>
            <a:ext cx="1188720" cy="436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20111F-ADA8-2CC4-A597-D6937DFD0AFE}"/>
              </a:ext>
            </a:extLst>
          </p:cNvPr>
          <p:cNvCxnSpPr/>
          <p:nvPr/>
        </p:nvCxnSpPr>
        <p:spPr>
          <a:xfrm flipH="1">
            <a:off x="5806440" y="843538"/>
            <a:ext cx="1289304" cy="108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5BE78C-CD3B-C71C-0E13-70CA1AD21C66}"/>
              </a:ext>
            </a:extLst>
          </p:cNvPr>
          <p:cNvCxnSpPr/>
          <p:nvPr/>
        </p:nvCxnSpPr>
        <p:spPr>
          <a:xfrm flipH="1">
            <a:off x="6867144" y="2295144"/>
            <a:ext cx="2899970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74382A-7B29-88DB-AC21-39F89CE642A2}"/>
              </a:ext>
            </a:extLst>
          </p:cNvPr>
          <p:cNvCxnSpPr>
            <a:cxnSpLocks/>
          </p:cNvCxnSpPr>
          <p:nvPr/>
        </p:nvCxnSpPr>
        <p:spPr>
          <a:xfrm flipH="1" flipV="1">
            <a:off x="6254496" y="3533209"/>
            <a:ext cx="1915638" cy="1199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0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F2867-C421-1276-46AF-6845642F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1160EF-F0BF-4F15-1DDC-AE877F537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29" y="1292521"/>
            <a:ext cx="6952223" cy="4562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73781C-82B3-8F7B-6EBA-09BE0C8C0A8A}"/>
              </a:ext>
            </a:extLst>
          </p:cNvPr>
          <p:cNvSpPr txBox="1"/>
          <p:nvPr/>
        </p:nvSpPr>
        <p:spPr>
          <a:xfrm>
            <a:off x="8266270" y="1258794"/>
            <a:ext cx="34929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If you’ve been feeling disconnected from yourself, your routines, or the way you want to move through life lately, this guide is for you.</a:t>
            </a:r>
          </a:p>
          <a:p>
            <a:endParaRPr lang="en-US" sz="1000" dirty="0"/>
          </a:p>
          <a:p>
            <a:r>
              <a:rPr lang="en-US" sz="1000" dirty="0"/>
              <a:t>Living more intentionally doesn’t mean doing everything perfectly. It’s about slowing down, noticing your patterns, and creating small shifts that help you feel more present and aligned in everyday life.</a:t>
            </a:r>
          </a:p>
          <a:p>
            <a:endParaRPr lang="en-US" sz="1000" dirty="0"/>
          </a:p>
          <a:p>
            <a:r>
              <a:rPr lang="en-US" sz="1000" dirty="0"/>
              <a:t>This free guide includes </a:t>
            </a:r>
            <a:r>
              <a:rPr lang="en-US" sz="1000" b="1" dirty="0"/>
              <a:t>simple reflections and intentional shifts </a:t>
            </a:r>
            <a:r>
              <a:rPr lang="en-US" sz="1000" dirty="0"/>
              <a:t>designed to help you reconnect with yourself, become more aware of what supports you, and move through your days with more presence and purpose.</a:t>
            </a:r>
          </a:p>
          <a:p>
            <a:endParaRPr lang="en-US" sz="1000" dirty="0"/>
          </a:p>
          <a:p>
            <a:r>
              <a:rPr lang="en-US" sz="1000" dirty="0"/>
              <a:t>No pressure. No perfection. Just small shifts that help you live with a little more awareness and intention.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D695F-CD18-5415-690B-B848F27E8E0D}"/>
              </a:ext>
            </a:extLst>
          </p:cNvPr>
          <p:cNvSpPr txBox="1"/>
          <p:nvPr/>
        </p:nvSpPr>
        <p:spPr>
          <a:xfrm>
            <a:off x="8049862" y="4292539"/>
            <a:ext cx="39257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• A gentle perspective on what intentional living actually means</a:t>
            </a:r>
            <a:br>
              <a:rPr lang="en-US" sz="1000" dirty="0"/>
            </a:br>
            <a:r>
              <a:rPr lang="en-US" sz="1000" dirty="0"/>
              <a:t>• Small mindset shifts to help you move through life more consciously</a:t>
            </a:r>
            <a:br>
              <a:rPr lang="en-US" sz="1000" dirty="0"/>
            </a:br>
            <a:r>
              <a:rPr lang="en-US" sz="1000" dirty="0"/>
              <a:t>• Reflection prompts for noticing your habits, patterns, and routines</a:t>
            </a:r>
            <a:br>
              <a:rPr lang="en-US" sz="1000" dirty="0"/>
            </a:br>
            <a:r>
              <a:rPr lang="en-US" sz="1000" dirty="0"/>
              <a:t>• Simple ways to create more presence throughout everyday life</a:t>
            </a:r>
            <a:br>
              <a:rPr lang="en-US" sz="1000" dirty="0"/>
            </a:br>
            <a:r>
              <a:rPr lang="en-US" sz="1000" dirty="0"/>
              <a:t>• Gentle reminders that intentional living doesn’t have to look perfect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3A1C842-FC49-F68D-235F-7D4393B3B274}"/>
                  </a:ext>
                </a:extLst>
              </p14:cNvPr>
              <p14:cNvContentPartPr/>
              <p14:nvPr/>
            </p14:nvContentPartPr>
            <p14:xfrm>
              <a:off x="5739259" y="4079507"/>
              <a:ext cx="381240" cy="1249161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3A1C842-FC49-F68D-235F-7D4393B3B2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3139" y="4073387"/>
                <a:ext cx="393480" cy="1261401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FC4D3E-186C-0401-7BC8-D4F773C7AB3B}"/>
              </a:ext>
            </a:extLst>
          </p:cNvPr>
          <p:cNvCxnSpPr>
            <a:cxnSpLocks/>
          </p:cNvCxnSpPr>
          <p:nvPr/>
        </p:nvCxnSpPr>
        <p:spPr>
          <a:xfrm flipH="1">
            <a:off x="6297283" y="4638136"/>
            <a:ext cx="1786013" cy="153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42FA2FF-E865-86EC-0B9B-60CF564E5100}"/>
                  </a:ext>
                </a:extLst>
              </p14:cNvPr>
              <p14:cNvContentPartPr/>
              <p14:nvPr/>
            </p14:nvContentPartPr>
            <p14:xfrm>
              <a:off x="5888977" y="1984123"/>
              <a:ext cx="276480" cy="1919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B8AEEF7-0D4C-EB0C-9FE6-754F7EB7ED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2857" y="1978003"/>
                <a:ext cx="288720" cy="1932120"/>
              </a:xfrm>
              <a:prstGeom prst="rect">
                <a:avLst/>
              </a:prstGeom>
            </p:spPr>
          </p:pic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C822679-EC2E-4704-E914-B5B7A8607DFF}"/>
              </a:ext>
            </a:extLst>
          </p:cNvPr>
          <p:cNvCxnSpPr>
            <a:cxnSpLocks/>
          </p:cNvCxnSpPr>
          <p:nvPr/>
        </p:nvCxnSpPr>
        <p:spPr>
          <a:xfrm flipH="1">
            <a:off x="6297283" y="2378015"/>
            <a:ext cx="1786013" cy="439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E767BC3-510B-0B1D-8B11-3C0AEC633F42}"/>
              </a:ext>
            </a:extLst>
          </p:cNvPr>
          <p:cNvSpPr txBox="1"/>
          <p:nvPr/>
        </p:nvSpPr>
        <p:spPr>
          <a:xfrm>
            <a:off x="5640582" y="338191"/>
            <a:ext cx="134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Will this change?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1CC4F7-56A9-EB4D-C0DB-5A8032090E3D}"/>
              </a:ext>
            </a:extLst>
          </p:cNvPr>
          <p:cNvCxnSpPr>
            <a:cxnSpLocks/>
          </p:cNvCxnSpPr>
          <p:nvPr/>
        </p:nvCxnSpPr>
        <p:spPr>
          <a:xfrm flipH="1">
            <a:off x="4279345" y="715461"/>
            <a:ext cx="1361237" cy="86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78E62E-9BB4-C7C2-7391-E4CB09383CD9}"/>
              </a:ext>
            </a:extLst>
          </p:cNvPr>
          <p:cNvSpPr txBox="1"/>
          <p:nvPr/>
        </p:nvSpPr>
        <p:spPr>
          <a:xfrm>
            <a:off x="7952688" y="6084028"/>
            <a:ext cx="3923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guide also includes gentle reflections and intentional prompts if you feel like exploring a little deeper.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2B5BCA-D18A-C256-02A0-1151CD00D704}"/>
              </a:ext>
            </a:extLst>
          </p:cNvPr>
          <p:cNvCxnSpPr>
            <a:cxnSpLocks/>
          </p:cNvCxnSpPr>
          <p:nvPr/>
        </p:nvCxnSpPr>
        <p:spPr>
          <a:xfrm flipH="1" flipV="1">
            <a:off x="5739259" y="5554495"/>
            <a:ext cx="3285869" cy="505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983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E4D5-878A-FCF6-D54D-D2E4C9F2D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5AAE-1019-6144-9D48-90CB4FC4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EA2355-6230-51B6-FD7C-4DA4FB5AD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89946"/>
            <a:ext cx="5209017" cy="1825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9D0187-563C-7EE7-4D4E-3D825CFD3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2256356"/>
            <a:ext cx="4242816" cy="16594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E8D269-F6B0-74AA-84EB-BECEB5FE18E6}"/>
              </a:ext>
            </a:extLst>
          </p:cNvPr>
          <p:cNvSpPr txBox="1"/>
          <p:nvPr/>
        </p:nvSpPr>
        <p:spPr>
          <a:xfrm>
            <a:off x="2010148" y="3991850"/>
            <a:ext cx="3092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Stays the same </a:t>
            </a:r>
          </a:p>
          <a:p>
            <a:r>
              <a:rPr lang="en-US" dirty="0"/>
              <a:t>(just different preview pics)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A22B6E-89A5-7BE9-1B6E-5AC6E36CFBF2}"/>
              </a:ext>
            </a:extLst>
          </p:cNvPr>
          <p:cNvSpPr txBox="1"/>
          <p:nvPr/>
        </p:nvSpPr>
        <p:spPr>
          <a:xfrm>
            <a:off x="7848602" y="3991850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Stays the same</a:t>
            </a:r>
          </a:p>
        </p:txBody>
      </p:sp>
    </p:spTree>
    <p:extLst>
      <p:ext uri="{BB962C8B-B14F-4D97-AF65-F5344CB8AC3E}">
        <p14:creationId xmlns:p14="http://schemas.microsoft.com/office/powerpoint/2010/main" val="173553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BD950-C12A-69C1-903F-2F7DD9E58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2E43D0-179C-61D1-F778-52EF3D342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2091748"/>
            <a:ext cx="9134856" cy="33601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F5DCD1-5846-82D5-6658-A1AA6094AD51}"/>
              </a:ext>
            </a:extLst>
          </p:cNvPr>
          <p:cNvSpPr txBox="1"/>
          <p:nvPr/>
        </p:nvSpPr>
        <p:spPr>
          <a:xfrm>
            <a:off x="7990590" y="1252591"/>
            <a:ext cx="134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Will this change?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F5E98C-C2BD-0A8E-67F5-FC80AAA632C9}"/>
              </a:ext>
            </a:extLst>
          </p:cNvPr>
          <p:cNvCxnSpPr>
            <a:cxnSpLocks/>
          </p:cNvCxnSpPr>
          <p:nvPr/>
        </p:nvCxnSpPr>
        <p:spPr>
          <a:xfrm flipH="1">
            <a:off x="6629353" y="1629861"/>
            <a:ext cx="1361237" cy="86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7D62CC3-A7BA-3B5F-0F81-942C16088214}"/>
              </a:ext>
            </a:extLst>
          </p:cNvPr>
          <p:cNvSpPr txBox="1"/>
          <p:nvPr/>
        </p:nvSpPr>
        <p:spPr>
          <a:xfrm>
            <a:off x="3264063" y="845141"/>
            <a:ext cx="2367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Since this landing page is for Living More Intentionally guide, we need to swap this one to the Micro Rituals Guide.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E9980F-18F4-B48A-4EB6-C652C41EF091}"/>
              </a:ext>
            </a:extLst>
          </p:cNvPr>
          <p:cNvCxnSpPr>
            <a:cxnSpLocks/>
          </p:cNvCxnSpPr>
          <p:nvPr/>
        </p:nvCxnSpPr>
        <p:spPr>
          <a:xfrm flipH="1" flipV="1">
            <a:off x="4385445" y="3930836"/>
            <a:ext cx="887595" cy="1811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7F0AB45-4C2A-1866-F1FA-6C399E58AAEE}"/>
              </a:ext>
            </a:extLst>
          </p:cNvPr>
          <p:cNvSpPr/>
          <p:nvPr/>
        </p:nvSpPr>
        <p:spPr>
          <a:xfrm>
            <a:off x="2697480" y="2587210"/>
            <a:ext cx="2057400" cy="22494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067832-29DF-E001-9B84-8F16DE0880D3}"/>
              </a:ext>
            </a:extLst>
          </p:cNvPr>
          <p:cNvCxnSpPr>
            <a:cxnSpLocks/>
          </p:cNvCxnSpPr>
          <p:nvPr/>
        </p:nvCxnSpPr>
        <p:spPr>
          <a:xfrm flipH="1">
            <a:off x="3771602" y="1388563"/>
            <a:ext cx="429809" cy="1105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7ABE35C-9A9F-C533-9258-4D2342A6FC84}"/>
              </a:ext>
            </a:extLst>
          </p:cNvPr>
          <p:cNvSpPr txBox="1"/>
          <p:nvPr/>
        </p:nvSpPr>
        <p:spPr>
          <a:xfrm>
            <a:off x="4385445" y="5742431"/>
            <a:ext cx="3163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 MICRO RITUALS </a:t>
            </a:r>
          </a:p>
          <a:p>
            <a:pPr algn="ctr"/>
            <a:r>
              <a:rPr lang="en-US" dirty="0"/>
              <a:t>TO COME BACK TO YOURSELF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030EC6-600F-F8B0-BA8A-3EBE2A8373CA}"/>
              </a:ext>
            </a:extLst>
          </p:cNvPr>
          <p:cNvSpPr txBox="1"/>
          <p:nvPr/>
        </p:nvSpPr>
        <p:spPr>
          <a:xfrm>
            <a:off x="965152" y="5670325"/>
            <a:ext cx="2367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Simple rituals for slowing down, reconnecting with yourself, and bringing more presence into everyday life.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02EE90-E214-5F0A-C6CA-74DAE485D4E5}"/>
              </a:ext>
            </a:extLst>
          </p:cNvPr>
          <p:cNvCxnSpPr>
            <a:cxnSpLocks/>
          </p:cNvCxnSpPr>
          <p:nvPr/>
        </p:nvCxnSpPr>
        <p:spPr>
          <a:xfrm flipV="1">
            <a:off x="2148840" y="4183789"/>
            <a:ext cx="941832" cy="137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947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0ADD7-F53C-5636-6E3C-8D9B330F0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96BB-4821-A314-5890-BAF67F08D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64" y="2568829"/>
            <a:ext cx="956767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WORKING WITH THE MOON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Website Content Edits</a:t>
            </a:r>
          </a:p>
        </p:txBody>
      </p:sp>
    </p:spTree>
    <p:extLst>
      <p:ext uri="{BB962C8B-B14F-4D97-AF65-F5344CB8AC3E}">
        <p14:creationId xmlns:p14="http://schemas.microsoft.com/office/powerpoint/2010/main" val="2831271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EDE2E-EAD8-EA20-054C-1FD2EEBF4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A49935-31E8-FFD8-A75E-44C1ADC60DC8}"/>
              </a:ext>
            </a:extLst>
          </p:cNvPr>
          <p:cNvSpPr txBox="1"/>
          <p:nvPr/>
        </p:nvSpPr>
        <p:spPr>
          <a:xfrm>
            <a:off x="9621314" y="1717829"/>
            <a:ext cx="229331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Change to this guide’s title:</a:t>
            </a:r>
          </a:p>
          <a:p>
            <a:pPr algn="ctr"/>
            <a:r>
              <a:rPr lang="en-US" dirty="0"/>
              <a:t>WORKING WITH</a:t>
            </a:r>
          </a:p>
          <a:p>
            <a:pPr algn="ctr"/>
            <a:r>
              <a:rPr lang="en-US" dirty="0"/>
              <a:t>THE MOON</a:t>
            </a:r>
          </a:p>
          <a:p>
            <a:pPr algn="ctr"/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C5F84E-4B54-7448-4A8B-A8B780937378}"/>
              </a:ext>
            </a:extLst>
          </p:cNvPr>
          <p:cNvSpPr txBox="1"/>
          <p:nvPr/>
        </p:nvSpPr>
        <p:spPr>
          <a:xfrm>
            <a:off x="7580376" y="4732958"/>
            <a:ext cx="4652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Simple ways to work with the moon phases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1D56C3-E5C0-9815-532E-68717CD7EE50}"/>
              </a:ext>
            </a:extLst>
          </p:cNvPr>
          <p:cNvSpPr txBox="1"/>
          <p:nvPr/>
        </p:nvSpPr>
        <p:spPr>
          <a:xfrm>
            <a:off x="4224529" y="5875962"/>
            <a:ext cx="7479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gentle introduction to the moon phases and the intentions often associated with each one.</a:t>
            </a:r>
            <a:endParaRPr lang="en-US" sz="1200" i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AF3C8A-1AEF-2ED6-4ED4-EF5722A24056}"/>
              </a:ext>
            </a:extLst>
          </p:cNvPr>
          <p:cNvCxnSpPr/>
          <p:nvPr/>
        </p:nvCxnSpPr>
        <p:spPr>
          <a:xfrm flipH="1" flipV="1">
            <a:off x="5716438" y="4531743"/>
            <a:ext cx="1963947" cy="1339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FB8F776-5FC1-57A6-7D61-9CB586FFE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95" y="1181495"/>
            <a:ext cx="8027886" cy="3285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D5CBB8-6AE4-45D1-A51F-06060FF8F77A}"/>
              </a:ext>
            </a:extLst>
          </p:cNvPr>
          <p:cNvSpPr txBox="1"/>
          <p:nvPr/>
        </p:nvSpPr>
        <p:spPr>
          <a:xfrm>
            <a:off x="5806440" y="212937"/>
            <a:ext cx="3209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Vini has instructions on where to place the logo and symbol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F569F0-324C-9DA7-6695-428C8DAC3746}"/>
              </a:ext>
            </a:extLst>
          </p:cNvPr>
          <p:cNvCxnSpPr/>
          <p:nvPr/>
        </p:nvCxnSpPr>
        <p:spPr>
          <a:xfrm flipH="1">
            <a:off x="5888736" y="843538"/>
            <a:ext cx="1188720" cy="436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0E511B1-FE46-E85A-E2AE-0C751CC1CACE}"/>
              </a:ext>
            </a:extLst>
          </p:cNvPr>
          <p:cNvCxnSpPr/>
          <p:nvPr/>
        </p:nvCxnSpPr>
        <p:spPr>
          <a:xfrm flipH="1">
            <a:off x="5806440" y="843538"/>
            <a:ext cx="1289304" cy="108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37DDCEE-A181-45BC-3618-E70B549B8392}"/>
              </a:ext>
            </a:extLst>
          </p:cNvPr>
          <p:cNvCxnSpPr/>
          <p:nvPr/>
        </p:nvCxnSpPr>
        <p:spPr>
          <a:xfrm flipH="1">
            <a:off x="6867144" y="2295144"/>
            <a:ext cx="2899970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908D3F-4E9C-AECD-368A-2960BA9EF949}"/>
              </a:ext>
            </a:extLst>
          </p:cNvPr>
          <p:cNvCxnSpPr>
            <a:cxnSpLocks/>
          </p:cNvCxnSpPr>
          <p:nvPr/>
        </p:nvCxnSpPr>
        <p:spPr>
          <a:xfrm flipH="1" flipV="1">
            <a:off x="6254496" y="3533209"/>
            <a:ext cx="1915638" cy="1199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281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74AF7-1E4B-684E-439E-E39923585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FF21D6-9146-8124-9B65-0DC53E868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29" y="1292521"/>
            <a:ext cx="6952223" cy="4562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B2C20E-5F7F-AECA-3235-508403C442D1}"/>
              </a:ext>
            </a:extLst>
          </p:cNvPr>
          <p:cNvSpPr txBox="1"/>
          <p:nvPr/>
        </p:nvSpPr>
        <p:spPr>
          <a:xfrm>
            <a:off x="8266270" y="1258794"/>
            <a:ext cx="34929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If you’ve been feeling drawn to the moon phases but aren’t sure where to begin, this guide is for you.</a:t>
            </a:r>
          </a:p>
          <a:p>
            <a:endParaRPr lang="en-US" sz="1000" dirty="0"/>
          </a:p>
          <a:p>
            <a:r>
              <a:rPr lang="en-US" sz="1000" dirty="0"/>
              <a:t>Working with the moon doesn’t have to feel complicated or overly spiritual. It can simply be a gentle way to slow down, reflect, and reconnect with the natural rhythms already present in your life.</a:t>
            </a:r>
          </a:p>
          <a:p>
            <a:endParaRPr lang="en-US" sz="1000" dirty="0"/>
          </a:p>
          <a:p>
            <a:r>
              <a:rPr lang="en-US" sz="1000" dirty="0"/>
              <a:t>This free guide introduces the </a:t>
            </a:r>
            <a:r>
              <a:rPr lang="en-US" sz="1000" b="1" dirty="0"/>
              <a:t>phases of the moon</a:t>
            </a:r>
            <a:r>
              <a:rPr lang="en-US" sz="1000" dirty="0"/>
              <a:t>, their common themes and meanings, and simple intentional ways to work with each phase throughout the lunar cycle.</a:t>
            </a:r>
          </a:p>
          <a:p>
            <a:endParaRPr lang="en-US" sz="1000" dirty="0"/>
          </a:p>
          <a:p>
            <a:r>
              <a:rPr lang="en-US" sz="1000" dirty="0"/>
              <a:t>No pressure. No perfect rituals. Just small moments of reflection, awareness, and intention.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0B3153-B296-1A67-A933-FF3994EF2CB9}"/>
              </a:ext>
            </a:extLst>
          </p:cNvPr>
          <p:cNvSpPr txBox="1"/>
          <p:nvPr/>
        </p:nvSpPr>
        <p:spPr>
          <a:xfrm>
            <a:off x="8049862" y="4292539"/>
            <a:ext cx="39257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• A simple introduction to the phases of the moon</a:t>
            </a:r>
            <a:br>
              <a:rPr lang="en-US" sz="1000" dirty="0"/>
            </a:br>
            <a:r>
              <a:rPr lang="en-US" sz="1000" dirty="0"/>
              <a:t>• Common themes and intentions associated with each phase</a:t>
            </a:r>
            <a:br>
              <a:rPr lang="en-US" sz="1000" dirty="0"/>
            </a:br>
            <a:r>
              <a:rPr lang="en-US" sz="1000" dirty="0"/>
              <a:t>• Gentle reflections for slowing down and checking in with yourself</a:t>
            </a:r>
            <a:br>
              <a:rPr lang="en-US" sz="1000" dirty="0"/>
            </a:br>
            <a:r>
              <a:rPr lang="en-US" sz="1000" dirty="0"/>
              <a:t>• Simple ways to work with the rhythm of the lunar cycle</a:t>
            </a:r>
            <a:br>
              <a:rPr lang="en-US" sz="1000" dirty="0"/>
            </a:br>
            <a:r>
              <a:rPr lang="en-US" sz="1000" dirty="0"/>
              <a:t>• A grounded, approachable perspective on moon rituals and reflection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B2EC56B-330F-5551-27F5-F9183EB194F7}"/>
                  </a:ext>
                </a:extLst>
              </p14:cNvPr>
              <p14:cNvContentPartPr/>
              <p14:nvPr/>
            </p14:nvContentPartPr>
            <p14:xfrm>
              <a:off x="5739259" y="4079507"/>
              <a:ext cx="381240" cy="1249161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B2EC56B-330F-5551-27F5-F9183EB194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3139" y="4073387"/>
                <a:ext cx="393480" cy="1261401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C4891B-F7DE-9832-0953-CB4AAF37FFE5}"/>
              </a:ext>
            </a:extLst>
          </p:cNvPr>
          <p:cNvCxnSpPr>
            <a:cxnSpLocks/>
          </p:cNvCxnSpPr>
          <p:nvPr/>
        </p:nvCxnSpPr>
        <p:spPr>
          <a:xfrm flipH="1">
            <a:off x="6297283" y="4638136"/>
            <a:ext cx="1786013" cy="153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437BE3E-52A3-8C4D-374E-EDF776FE62C3}"/>
                  </a:ext>
                </a:extLst>
              </p14:cNvPr>
              <p14:cNvContentPartPr/>
              <p14:nvPr/>
            </p14:nvContentPartPr>
            <p14:xfrm>
              <a:off x="5888977" y="1984123"/>
              <a:ext cx="276480" cy="1919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B8AEEF7-0D4C-EB0C-9FE6-754F7EB7ED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2857" y="1978003"/>
                <a:ext cx="288720" cy="1932120"/>
              </a:xfrm>
              <a:prstGeom prst="rect">
                <a:avLst/>
              </a:prstGeom>
            </p:spPr>
          </p:pic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42082C-2729-5EB1-079E-706A06F34B93}"/>
              </a:ext>
            </a:extLst>
          </p:cNvPr>
          <p:cNvCxnSpPr>
            <a:cxnSpLocks/>
          </p:cNvCxnSpPr>
          <p:nvPr/>
        </p:nvCxnSpPr>
        <p:spPr>
          <a:xfrm flipH="1">
            <a:off x="6297283" y="2378015"/>
            <a:ext cx="1786013" cy="439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914528-89C4-7262-6DF7-3FAD467644EB}"/>
              </a:ext>
            </a:extLst>
          </p:cNvPr>
          <p:cNvSpPr txBox="1"/>
          <p:nvPr/>
        </p:nvSpPr>
        <p:spPr>
          <a:xfrm>
            <a:off x="5640582" y="338191"/>
            <a:ext cx="134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Will this change?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8E85D3-5E9D-EA1F-FBA7-48AA96840F1A}"/>
              </a:ext>
            </a:extLst>
          </p:cNvPr>
          <p:cNvCxnSpPr>
            <a:cxnSpLocks/>
          </p:cNvCxnSpPr>
          <p:nvPr/>
        </p:nvCxnSpPr>
        <p:spPr>
          <a:xfrm flipH="1">
            <a:off x="4279345" y="715461"/>
            <a:ext cx="1361237" cy="86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33181D-78D4-6861-E4AF-5BAB18045990}"/>
              </a:ext>
            </a:extLst>
          </p:cNvPr>
          <p:cNvSpPr txBox="1"/>
          <p:nvPr/>
        </p:nvSpPr>
        <p:spPr>
          <a:xfrm>
            <a:off x="7952688" y="6084028"/>
            <a:ext cx="3923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guide also includes gentle prompts and reflections to help you work with the moon in a simple, intentional way.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D0AB8B-DB49-2920-3035-0062FEF96D5B}"/>
              </a:ext>
            </a:extLst>
          </p:cNvPr>
          <p:cNvCxnSpPr>
            <a:cxnSpLocks/>
          </p:cNvCxnSpPr>
          <p:nvPr/>
        </p:nvCxnSpPr>
        <p:spPr>
          <a:xfrm flipH="1" flipV="1">
            <a:off x="5739259" y="5554495"/>
            <a:ext cx="3285869" cy="505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942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E9B66-79FA-8D63-7F79-C936C10F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48AA82-A7A9-1EFB-6DD1-79DAB9F60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89946"/>
            <a:ext cx="5209017" cy="1825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8503C3-53C6-12F6-D876-8E8F2CA78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2256356"/>
            <a:ext cx="4242816" cy="16594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F8AAF5-0743-B914-4CDC-154C76D2947F}"/>
              </a:ext>
            </a:extLst>
          </p:cNvPr>
          <p:cNvSpPr txBox="1"/>
          <p:nvPr/>
        </p:nvSpPr>
        <p:spPr>
          <a:xfrm>
            <a:off x="2010148" y="3991850"/>
            <a:ext cx="3092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Stays the same </a:t>
            </a:r>
          </a:p>
          <a:p>
            <a:r>
              <a:rPr lang="en-US" dirty="0"/>
              <a:t>(just different preview pics)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6D19B-7C7A-BDEE-55B8-F8A16790B75E}"/>
              </a:ext>
            </a:extLst>
          </p:cNvPr>
          <p:cNvSpPr txBox="1"/>
          <p:nvPr/>
        </p:nvSpPr>
        <p:spPr>
          <a:xfrm>
            <a:off x="7848602" y="3991850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Stays the same</a:t>
            </a:r>
          </a:p>
        </p:txBody>
      </p:sp>
    </p:spTree>
    <p:extLst>
      <p:ext uri="{BB962C8B-B14F-4D97-AF65-F5344CB8AC3E}">
        <p14:creationId xmlns:p14="http://schemas.microsoft.com/office/powerpoint/2010/main" val="845474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15978-050F-9719-BDBF-BA8165C66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317B23-2B6A-CDE8-A185-DCDCC70FD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2091748"/>
            <a:ext cx="9134856" cy="33601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5192BA-8F03-73F9-3A58-89D820CB9F4C}"/>
              </a:ext>
            </a:extLst>
          </p:cNvPr>
          <p:cNvSpPr txBox="1"/>
          <p:nvPr/>
        </p:nvSpPr>
        <p:spPr>
          <a:xfrm>
            <a:off x="7990590" y="1252591"/>
            <a:ext cx="134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Will this change?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D04688-85BD-D841-41FE-3AF77A5951C7}"/>
              </a:ext>
            </a:extLst>
          </p:cNvPr>
          <p:cNvCxnSpPr>
            <a:cxnSpLocks/>
          </p:cNvCxnSpPr>
          <p:nvPr/>
        </p:nvCxnSpPr>
        <p:spPr>
          <a:xfrm flipH="1">
            <a:off x="6629353" y="1629861"/>
            <a:ext cx="1361237" cy="86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A600676-6D2C-309D-45C7-FF647FCE10B4}"/>
              </a:ext>
            </a:extLst>
          </p:cNvPr>
          <p:cNvSpPr txBox="1"/>
          <p:nvPr/>
        </p:nvSpPr>
        <p:spPr>
          <a:xfrm>
            <a:off x="3264063" y="845141"/>
            <a:ext cx="2367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Since this landing page is for the Working with the Moon guide, we need to swap this one to the Micro Rituals Guide.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BF0CB9-35CF-C70A-A257-5DAA8A574EDE}"/>
              </a:ext>
            </a:extLst>
          </p:cNvPr>
          <p:cNvCxnSpPr>
            <a:cxnSpLocks/>
          </p:cNvCxnSpPr>
          <p:nvPr/>
        </p:nvCxnSpPr>
        <p:spPr>
          <a:xfrm flipH="1" flipV="1">
            <a:off x="7245040" y="3891143"/>
            <a:ext cx="887595" cy="1811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7E87031-5B7D-E8A7-F383-3F9C7041A000}"/>
              </a:ext>
            </a:extLst>
          </p:cNvPr>
          <p:cNvSpPr/>
          <p:nvPr/>
        </p:nvSpPr>
        <p:spPr>
          <a:xfrm>
            <a:off x="5631438" y="2587209"/>
            <a:ext cx="2057400" cy="22494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4D6E72-0283-5D1A-7E78-4014DEB15966}"/>
              </a:ext>
            </a:extLst>
          </p:cNvPr>
          <p:cNvCxnSpPr>
            <a:cxnSpLocks/>
          </p:cNvCxnSpPr>
          <p:nvPr/>
        </p:nvCxnSpPr>
        <p:spPr>
          <a:xfrm>
            <a:off x="4928616" y="1406138"/>
            <a:ext cx="1092708" cy="1337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6039D8B-FC27-9497-8F40-0A453CA12498}"/>
              </a:ext>
            </a:extLst>
          </p:cNvPr>
          <p:cNvSpPr txBox="1"/>
          <p:nvPr/>
        </p:nvSpPr>
        <p:spPr>
          <a:xfrm>
            <a:off x="6629353" y="5814306"/>
            <a:ext cx="3163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 MICRO RITUALS </a:t>
            </a:r>
          </a:p>
          <a:p>
            <a:pPr algn="ctr"/>
            <a:r>
              <a:rPr lang="en-US" dirty="0"/>
              <a:t>TO COME BACK TO YOURSELF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FC19E4-C613-6CE4-D225-49BC8EA0E5F5}"/>
              </a:ext>
            </a:extLst>
          </p:cNvPr>
          <p:cNvSpPr txBox="1"/>
          <p:nvPr/>
        </p:nvSpPr>
        <p:spPr>
          <a:xfrm>
            <a:off x="3653949" y="5590473"/>
            <a:ext cx="2367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Simple rituals for slowing down, reconnecting with yourself, and bringing more presence into everyday life.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82C198-9D32-EDE1-B0E8-9E9820DED2E5}"/>
              </a:ext>
            </a:extLst>
          </p:cNvPr>
          <p:cNvCxnSpPr>
            <a:cxnSpLocks/>
          </p:cNvCxnSpPr>
          <p:nvPr/>
        </p:nvCxnSpPr>
        <p:spPr>
          <a:xfrm flipV="1">
            <a:off x="5079492" y="4205700"/>
            <a:ext cx="941832" cy="137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145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44B9E-FEFA-899A-A502-1545E8A4C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2C10-E3B7-A8BE-6C57-53230B63E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64" y="2568829"/>
            <a:ext cx="956767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CRYSTAL CHEAT SHEET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Website Content Edits</a:t>
            </a:r>
          </a:p>
        </p:txBody>
      </p:sp>
    </p:spTree>
    <p:extLst>
      <p:ext uri="{BB962C8B-B14F-4D97-AF65-F5344CB8AC3E}">
        <p14:creationId xmlns:p14="http://schemas.microsoft.com/office/powerpoint/2010/main" val="3893293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03A32-901F-FD64-6722-CFC815026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AAF19C-4DE7-4CC9-87EE-A6694731EC2D}"/>
              </a:ext>
            </a:extLst>
          </p:cNvPr>
          <p:cNvSpPr txBox="1"/>
          <p:nvPr/>
        </p:nvSpPr>
        <p:spPr>
          <a:xfrm>
            <a:off x="9621314" y="1717829"/>
            <a:ext cx="229331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Change to this guide’s title:</a:t>
            </a:r>
          </a:p>
          <a:p>
            <a:pPr algn="ctr"/>
            <a:r>
              <a:rPr lang="en-US" dirty="0"/>
              <a:t>CRYSTAL</a:t>
            </a:r>
          </a:p>
          <a:p>
            <a:pPr algn="ctr"/>
            <a:r>
              <a:rPr lang="en-US" dirty="0"/>
              <a:t>CHEAT SHEET</a:t>
            </a:r>
          </a:p>
          <a:p>
            <a:pPr algn="ctr"/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751404-A93B-1834-5AF7-70A81C29210C}"/>
              </a:ext>
            </a:extLst>
          </p:cNvPr>
          <p:cNvSpPr txBox="1"/>
          <p:nvPr/>
        </p:nvSpPr>
        <p:spPr>
          <a:xfrm>
            <a:off x="7580376" y="4732958"/>
            <a:ext cx="4652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Simple ways to work with crystals in everyday life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D9C644-A63A-3B65-145D-15C0626C36B7}"/>
              </a:ext>
            </a:extLst>
          </p:cNvPr>
          <p:cNvSpPr txBox="1"/>
          <p:nvPr/>
        </p:nvSpPr>
        <p:spPr>
          <a:xfrm>
            <a:off x="4224529" y="5875962"/>
            <a:ext cx="7479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beginner-friendly guide to commonly used crystals, their intentions, and simple ways to work with them.</a:t>
            </a:r>
            <a:endParaRPr lang="en-US" sz="1200" i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089E04-BEE2-67DC-7DC0-146C645C7CF7}"/>
              </a:ext>
            </a:extLst>
          </p:cNvPr>
          <p:cNvCxnSpPr/>
          <p:nvPr/>
        </p:nvCxnSpPr>
        <p:spPr>
          <a:xfrm flipH="1" flipV="1">
            <a:off x="5716438" y="4531743"/>
            <a:ext cx="1963947" cy="1339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4F68594-55AB-6148-0FC5-67F408701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95" y="1181495"/>
            <a:ext cx="8027886" cy="3285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185656-9183-91B8-B466-2960F4D18D3F}"/>
              </a:ext>
            </a:extLst>
          </p:cNvPr>
          <p:cNvSpPr txBox="1"/>
          <p:nvPr/>
        </p:nvSpPr>
        <p:spPr>
          <a:xfrm>
            <a:off x="5806440" y="212937"/>
            <a:ext cx="3209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Vini has instructions on where to place the logo and symbol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0582EC-0799-99F7-5752-FF2B823ACDD5}"/>
              </a:ext>
            </a:extLst>
          </p:cNvPr>
          <p:cNvCxnSpPr/>
          <p:nvPr/>
        </p:nvCxnSpPr>
        <p:spPr>
          <a:xfrm flipH="1">
            <a:off x="5888736" y="843538"/>
            <a:ext cx="1188720" cy="436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7FFBDE-C701-74C8-A34E-82466A272DE8}"/>
              </a:ext>
            </a:extLst>
          </p:cNvPr>
          <p:cNvCxnSpPr/>
          <p:nvPr/>
        </p:nvCxnSpPr>
        <p:spPr>
          <a:xfrm flipH="1">
            <a:off x="5806440" y="843538"/>
            <a:ext cx="1289304" cy="108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5F1ABE-E309-FE1E-C71D-222B3E0C80B5}"/>
              </a:ext>
            </a:extLst>
          </p:cNvPr>
          <p:cNvCxnSpPr/>
          <p:nvPr/>
        </p:nvCxnSpPr>
        <p:spPr>
          <a:xfrm flipH="1">
            <a:off x="6867144" y="2295144"/>
            <a:ext cx="2899970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8F1F07-ECD2-ACC5-A913-9E0442324286}"/>
              </a:ext>
            </a:extLst>
          </p:cNvPr>
          <p:cNvCxnSpPr>
            <a:cxnSpLocks/>
          </p:cNvCxnSpPr>
          <p:nvPr/>
        </p:nvCxnSpPr>
        <p:spPr>
          <a:xfrm flipH="1" flipV="1">
            <a:off x="6254496" y="3533209"/>
            <a:ext cx="1915638" cy="1199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719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A0358-0F13-8749-2C6A-2A8A0695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44FB0-72A0-621C-768F-885FB4A72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29" y="1292521"/>
            <a:ext cx="6952223" cy="4562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8E4A41-BF47-FE66-6E27-6D34588ECF67}"/>
              </a:ext>
            </a:extLst>
          </p:cNvPr>
          <p:cNvSpPr txBox="1"/>
          <p:nvPr/>
        </p:nvSpPr>
        <p:spPr>
          <a:xfrm>
            <a:off x="8266270" y="1258794"/>
            <a:ext cx="34929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If you’ve been curious about crystals but aren’t sure where to begin, this guide is for you.</a:t>
            </a:r>
          </a:p>
          <a:p>
            <a:endParaRPr lang="en-US" sz="1000" dirty="0"/>
          </a:p>
          <a:p>
            <a:r>
              <a:rPr lang="en-US" sz="1000" dirty="0"/>
              <a:t>Working with crystals doesn’t have to feel complicated or overwhelming. It can simply be a gentle way to bring more intention, awareness, and meaning into everyday life.</a:t>
            </a:r>
          </a:p>
          <a:p>
            <a:endParaRPr lang="en-US" sz="1000" dirty="0"/>
          </a:p>
          <a:p>
            <a:r>
              <a:rPr lang="en-US" sz="1000" dirty="0"/>
              <a:t>This free guide introduces </a:t>
            </a:r>
            <a:r>
              <a:rPr lang="en-US" sz="1000" b="1" dirty="0"/>
              <a:t>commonly used crystals</a:t>
            </a:r>
            <a:r>
              <a:rPr lang="en-US" sz="1000" dirty="0"/>
              <a:t>, the intentions and chakra associations often connected to them, and simple ways to begin working with them in a grounded, approachable way.</a:t>
            </a:r>
          </a:p>
          <a:p>
            <a:endParaRPr lang="en-US" sz="1000" dirty="0"/>
          </a:p>
          <a:p>
            <a:r>
              <a:rPr lang="en-US" sz="1000" dirty="0"/>
              <a:t>No pressure. No perfect rituals. Just simple ways to explore crystals with more intention and curiosity.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F24C1E-7B9A-6FC9-8A4D-3041F6B72B61}"/>
              </a:ext>
            </a:extLst>
          </p:cNvPr>
          <p:cNvSpPr txBox="1"/>
          <p:nvPr/>
        </p:nvSpPr>
        <p:spPr>
          <a:xfrm>
            <a:off x="8049862" y="4292539"/>
            <a:ext cx="39257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• A beginner-friendly introduction to commonly used crystals</a:t>
            </a:r>
            <a:br>
              <a:rPr lang="en-US" sz="1000" dirty="0"/>
            </a:br>
            <a:r>
              <a:rPr lang="en-US" sz="1000" dirty="0"/>
              <a:t>• Simple intention and chakra associations for each crystal</a:t>
            </a:r>
            <a:br>
              <a:rPr lang="en-US" sz="1000" dirty="0"/>
            </a:br>
            <a:r>
              <a:rPr lang="en-US" sz="1000" dirty="0"/>
              <a:t>• Gentle ways to work with crystals throughout everyday life</a:t>
            </a:r>
            <a:br>
              <a:rPr lang="en-US" sz="1000" dirty="0"/>
            </a:br>
            <a:r>
              <a:rPr lang="en-US" sz="1000" dirty="0"/>
              <a:t>• Grounded, approachable explanations without overwhelm</a:t>
            </a:r>
            <a:br>
              <a:rPr lang="en-US" sz="1000" dirty="0"/>
            </a:br>
            <a:r>
              <a:rPr lang="en-US" sz="1000" dirty="0"/>
              <a:t>• Everyday rituals and small intentional ways to begin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8648046-17FF-A35F-2943-D2FA3AC8962D}"/>
                  </a:ext>
                </a:extLst>
              </p14:cNvPr>
              <p14:cNvContentPartPr/>
              <p14:nvPr/>
            </p14:nvContentPartPr>
            <p14:xfrm>
              <a:off x="5739259" y="4079507"/>
              <a:ext cx="381240" cy="1249161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8648046-17FF-A35F-2943-D2FA3AC896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3139" y="4073387"/>
                <a:ext cx="393480" cy="1261401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062204-4606-FB3B-E444-DE3999A3BB89}"/>
              </a:ext>
            </a:extLst>
          </p:cNvPr>
          <p:cNvCxnSpPr>
            <a:cxnSpLocks/>
          </p:cNvCxnSpPr>
          <p:nvPr/>
        </p:nvCxnSpPr>
        <p:spPr>
          <a:xfrm flipH="1">
            <a:off x="6297283" y="4638136"/>
            <a:ext cx="1786013" cy="153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647E500-9462-4D21-2500-0CD52EC42CD3}"/>
                  </a:ext>
                </a:extLst>
              </p14:cNvPr>
              <p14:cNvContentPartPr/>
              <p14:nvPr/>
            </p14:nvContentPartPr>
            <p14:xfrm>
              <a:off x="5888977" y="1984123"/>
              <a:ext cx="276480" cy="1919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B8AEEF7-0D4C-EB0C-9FE6-754F7EB7ED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2857" y="1978003"/>
                <a:ext cx="288720" cy="1932120"/>
              </a:xfrm>
              <a:prstGeom prst="rect">
                <a:avLst/>
              </a:prstGeom>
            </p:spPr>
          </p:pic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E7E6A9-A192-282E-9A9C-4DE2FC04DFB5}"/>
              </a:ext>
            </a:extLst>
          </p:cNvPr>
          <p:cNvCxnSpPr>
            <a:cxnSpLocks/>
          </p:cNvCxnSpPr>
          <p:nvPr/>
        </p:nvCxnSpPr>
        <p:spPr>
          <a:xfrm flipH="1">
            <a:off x="6297283" y="2378015"/>
            <a:ext cx="1786013" cy="439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FE73374-6405-2147-D44D-83A227396FEC}"/>
              </a:ext>
            </a:extLst>
          </p:cNvPr>
          <p:cNvSpPr txBox="1"/>
          <p:nvPr/>
        </p:nvSpPr>
        <p:spPr>
          <a:xfrm>
            <a:off x="5640582" y="338191"/>
            <a:ext cx="134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Will this change?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10F74E-9A2C-7F53-D580-42825B96B211}"/>
              </a:ext>
            </a:extLst>
          </p:cNvPr>
          <p:cNvCxnSpPr>
            <a:cxnSpLocks/>
          </p:cNvCxnSpPr>
          <p:nvPr/>
        </p:nvCxnSpPr>
        <p:spPr>
          <a:xfrm flipH="1">
            <a:off x="4279345" y="715461"/>
            <a:ext cx="1361237" cy="86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9E1EA03-A414-E337-4BEB-94161FB6AD75}"/>
              </a:ext>
            </a:extLst>
          </p:cNvPr>
          <p:cNvSpPr txBox="1"/>
          <p:nvPr/>
        </p:nvSpPr>
        <p:spPr>
          <a:xfrm>
            <a:off x="7952688" y="6084028"/>
            <a:ext cx="3923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guide also includes simple reflections and practical ways to begin incorporating crystals into your everyday routines.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708D6B-90F3-4379-74FA-AA175AA873B9}"/>
              </a:ext>
            </a:extLst>
          </p:cNvPr>
          <p:cNvCxnSpPr>
            <a:cxnSpLocks/>
          </p:cNvCxnSpPr>
          <p:nvPr/>
        </p:nvCxnSpPr>
        <p:spPr>
          <a:xfrm flipH="1" flipV="1">
            <a:off x="5739259" y="5554495"/>
            <a:ext cx="3285869" cy="505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177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2DBD9-0C03-10BE-5951-5E0DE697B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46D12E-1DB8-A54C-E44F-7F812390B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89946"/>
            <a:ext cx="5209017" cy="1825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E0238D-90BE-DA21-34C4-BEF54B5BD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2256356"/>
            <a:ext cx="4242816" cy="16594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B3B2E5-AD69-09C7-5D33-4CCEC38AC8BC}"/>
              </a:ext>
            </a:extLst>
          </p:cNvPr>
          <p:cNvSpPr txBox="1"/>
          <p:nvPr/>
        </p:nvSpPr>
        <p:spPr>
          <a:xfrm>
            <a:off x="2010148" y="3991850"/>
            <a:ext cx="3092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Stays the same </a:t>
            </a:r>
          </a:p>
          <a:p>
            <a:r>
              <a:rPr lang="en-US" dirty="0"/>
              <a:t>(just different preview pics)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122F7A-BBD1-B048-6B9A-EAFC954F7C61}"/>
              </a:ext>
            </a:extLst>
          </p:cNvPr>
          <p:cNvSpPr txBox="1"/>
          <p:nvPr/>
        </p:nvSpPr>
        <p:spPr>
          <a:xfrm>
            <a:off x="7848602" y="3991850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Stays the same</a:t>
            </a:r>
          </a:p>
        </p:txBody>
      </p:sp>
    </p:spTree>
    <p:extLst>
      <p:ext uri="{BB962C8B-B14F-4D97-AF65-F5344CB8AC3E}">
        <p14:creationId xmlns:p14="http://schemas.microsoft.com/office/powerpoint/2010/main" val="3235877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75456-AA6C-B23A-1493-65F922F84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7DECEE-C12F-5D7E-533B-4EC325C05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2091748"/>
            <a:ext cx="9134856" cy="33601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ACFECE-BE05-D3B8-2955-5F03A63A1AE7}"/>
              </a:ext>
            </a:extLst>
          </p:cNvPr>
          <p:cNvSpPr txBox="1"/>
          <p:nvPr/>
        </p:nvSpPr>
        <p:spPr>
          <a:xfrm>
            <a:off x="7990590" y="1252591"/>
            <a:ext cx="134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Will this change?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2CBE61-C3E0-DB40-4DE1-3F44CA9E395C}"/>
              </a:ext>
            </a:extLst>
          </p:cNvPr>
          <p:cNvCxnSpPr>
            <a:cxnSpLocks/>
          </p:cNvCxnSpPr>
          <p:nvPr/>
        </p:nvCxnSpPr>
        <p:spPr>
          <a:xfrm flipH="1">
            <a:off x="6629353" y="1629861"/>
            <a:ext cx="1361237" cy="86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868272D-70BF-B139-EB34-CB677296AC5B}"/>
              </a:ext>
            </a:extLst>
          </p:cNvPr>
          <p:cNvSpPr txBox="1"/>
          <p:nvPr/>
        </p:nvSpPr>
        <p:spPr>
          <a:xfrm>
            <a:off x="9554416" y="1718336"/>
            <a:ext cx="2367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Since this landing page is for Crystal Cheat Sheet, we need to swap this one to the Micro Rituals Guide.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86866F-F1FC-BB1C-6B08-B033F55BFA70}"/>
              </a:ext>
            </a:extLst>
          </p:cNvPr>
          <p:cNvCxnSpPr>
            <a:cxnSpLocks/>
          </p:cNvCxnSpPr>
          <p:nvPr/>
        </p:nvCxnSpPr>
        <p:spPr>
          <a:xfrm flipH="1" flipV="1">
            <a:off x="8666821" y="3934198"/>
            <a:ext cx="1126356" cy="1637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FB23552-59F8-C4F2-73EE-B4FB90E40614}"/>
              </a:ext>
            </a:extLst>
          </p:cNvPr>
          <p:cNvSpPr/>
          <p:nvPr/>
        </p:nvSpPr>
        <p:spPr>
          <a:xfrm>
            <a:off x="7182565" y="2614576"/>
            <a:ext cx="2057400" cy="22494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869025-7AA7-1B9C-7909-BAE7C12CC7F6}"/>
              </a:ext>
            </a:extLst>
          </p:cNvPr>
          <p:cNvCxnSpPr>
            <a:cxnSpLocks/>
          </p:cNvCxnSpPr>
          <p:nvPr/>
        </p:nvCxnSpPr>
        <p:spPr>
          <a:xfrm flipH="1">
            <a:off x="8743317" y="2252132"/>
            <a:ext cx="1305939" cy="482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2B7BE7D-5E7E-79FF-D14F-0F7D13EA4F83}"/>
              </a:ext>
            </a:extLst>
          </p:cNvPr>
          <p:cNvSpPr txBox="1"/>
          <p:nvPr/>
        </p:nvSpPr>
        <p:spPr>
          <a:xfrm>
            <a:off x="8211265" y="5657297"/>
            <a:ext cx="3163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 MICRO RITUALS </a:t>
            </a:r>
          </a:p>
          <a:p>
            <a:pPr algn="ctr"/>
            <a:r>
              <a:rPr lang="en-US" dirty="0"/>
              <a:t>TO COME BACK TO YOURSELF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B7397F-661E-5B27-3B4F-6F08A66A658E}"/>
              </a:ext>
            </a:extLst>
          </p:cNvPr>
          <p:cNvSpPr txBox="1"/>
          <p:nvPr/>
        </p:nvSpPr>
        <p:spPr>
          <a:xfrm>
            <a:off x="5313538" y="5825274"/>
            <a:ext cx="2367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Simple rituals for slowing down, reconnecting with yourself, and bringing more presence into everyday life.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1BBD7E-457B-66A1-723D-627DD45D632A}"/>
              </a:ext>
            </a:extLst>
          </p:cNvPr>
          <p:cNvCxnSpPr>
            <a:cxnSpLocks/>
          </p:cNvCxnSpPr>
          <p:nvPr/>
        </p:nvCxnSpPr>
        <p:spPr>
          <a:xfrm flipV="1">
            <a:off x="6629353" y="4442706"/>
            <a:ext cx="941832" cy="137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21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1422</Words>
  <Application>Microsoft Office PowerPoint</Application>
  <PresentationFormat>Widescreen</PresentationFormat>
  <Paragraphs>119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5 Freebies  Landing Page Content and Edits</vt:lpstr>
      <vt:lpstr>We need a popup confirmation that automatically pops up after they enter their info for each of these 5 freebies </vt:lpstr>
      <vt:lpstr>1  5 MICRO RITUALS ***Just one more change to the original changes already made  Website Content Edits</vt:lpstr>
      <vt:lpstr>**Just one change, but this change must carry over to all of the other landing pages</vt:lpstr>
      <vt:lpstr>2  5 SIMPLE WAYS TO  GROUND AND RESET   Website Content Edits</vt:lpstr>
      <vt:lpstr>PowerPoint Presentation</vt:lpstr>
      <vt:lpstr>PowerPoint Presentation</vt:lpstr>
      <vt:lpstr>PowerPoint Presentation</vt:lpstr>
      <vt:lpstr>PowerPoint Presentation</vt:lpstr>
      <vt:lpstr>3  LIVING MORE INTENTIONALLY  Website Content Edits</vt:lpstr>
      <vt:lpstr>PowerPoint Presentation</vt:lpstr>
      <vt:lpstr>PowerPoint Presentation</vt:lpstr>
      <vt:lpstr>PowerPoint Presentation</vt:lpstr>
      <vt:lpstr>PowerPoint Presentation</vt:lpstr>
      <vt:lpstr>4  WORKING WITH THE MOON  Website Content Edits</vt:lpstr>
      <vt:lpstr>PowerPoint Presentation</vt:lpstr>
      <vt:lpstr>PowerPoint Presentation</vt:lpstr>
      <vt:lpstr>PowerPoint Presentation</vt:lpstr>
      <vt:lpstr>PowerPoint Presentation</vt:lpstr>
      <vt:lpstr>5  CRYSTAL CHEAT SHEET  Website Content Edits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 Calinger</dc:creator>
  <cp:lastModifiedBy>Anne Calinger</cp:lastModifiedBy>
  <cp:revision>2</cp:revision>
  <dcterms:created xsi:type="dcterms:W3CDTF">2026-05-18T23:41:40Z</dcterms:created>
  <dcterms:modified xsi:type="dcterms:W3CDTF">2026-05-20T00:28:40Z</dcterms:modified>
</cp:coreProperties>
</file>